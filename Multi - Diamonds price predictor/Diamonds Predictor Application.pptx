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0.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6" Type="http://schemas.microsoft.com/office/2020/02/relationships/classificationlabels" Target="docMetadata/LabelInfo.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764" r:id="rId4"/>
  </p:sldMasterIdLst>
  <p:notesMasterIdLst>
    <p:notesMasterId r:id="rId18"/>
  </p:notesMasterIdLst>
  <p:handoutMasterIdLst>
    <p:handoutMasterId r:id="rId19"/>
  </p:handoutMasterIdLst>
  <p:sldIdLst>
    <p:sldId id="1497" r:id="rId5"/>
    <p:sldId id="1498" r:id="rId6"/>
    <p:sldId id="1514" r:id="rId7"/>
    <p:sldId id="1523" r:id="rId8"/>
    <p:sldId id="1515" r:id="rId9"/>
    <p:sldId id="1516" r:id="rId10"/>
    <p:sldId id="1519" r:id="rId11"/>
    <p:sldId id="1520" r:id="rId12"/>
    <p:sldId id="1502" r:id="rId13"/>
    <p:sldId id="1506" r:id="rId14"/>
    <p:sldId id="1524" r:id="rId15"/>
    <p:sldId id="1521" r:id="rId16"/>
    <p:sldId id="1518" r:id="rId17"/>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9941987A-41B7-49AC-EE6E-03F2D0BD95BA}" name="Daria Naidenov" initials="DN" userId="S::danaidenov@microsoft.com::ab38ab5f-bdf0-4774-ae5a-d2782abb2027" providerId="AD"/>
</p188:authorLst>
</file>

<file path=ppt/presProps.xml><?xml version="1.0" encoding="utf-8"?>
<p:presentationPr xmlns:a="http://schemas.openxmlformats.org/drawingml/2006/main" xmlns:r="http://schemas.openxmlformats.org/officeDocument/2006/relationships" xmlns:p="http://schemas.openxmlformats.org/presentationml/2006/main">
  <p:clrMru>
    <a:srgbClr val="FFFFFF"/>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69012ECD-51FC-41F1-AA8D-1B2483CD663E}">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3B4B98B0-60AC-42C2-AFA5-B58CD77FA1E5}" styleName="Light Style 1 - Accent 1">
    <a:wholeTbl>
      <a:tcTxStyle>
        <a:fontRef idx="minor">
          <a:scrgbClr r="0" g="0" b="0"/>
        </a:fontRef>
        <a:schemeClr val="tx1"/>
      </a:tcTxStyle>
      <a:tcStyle>
        <a:tcBdr>
          <a:left>
            <a:ln>
              <a:noFill/>
            </a:ln>
          </a:left>
          <a:right>
            <a:ln>
              <a:noFill/>
            </a:ln>
          </a:right>
          <a:top>
            <a:ln w="12700" cmpd="sng">
              <a:solidFill>
                <a:schemeClr val="accent1"/>
              </a:solidFill>
            </a:ln>
          </a:top>
          <a:bottom>
            <a:ln w="12700" cmpd="sng">
              <a:solidFill>
                <a:schemeClr val="accent1"/>
              </a:solidFill>
            </a:ln>
          </a:bottom>
          <a:insideH>
            <a:ln>
              <a:noFill/>
            </a:ln>
          </a:insideH>
          <a:insideV>
            <a:ln>
              <a:noFill/>
            </a:ln>
          </a:insideV>
        </a:tcBdr>
        <a:fill>
          <a:noFill/>
        </a:fill>
      </a:tcStyle>
    </a:wholeTbl>
    <a:band1H>
      <a:tcStyle>
        <a:tcBdr/>
        <a:fill>
          <a:solidFill>
            <a:schemeClr val="accent1">
              <a:alpha val="20000"/>
            </a:schemeClr>
          </a:solidFill>
        </a:fill>
      </a:tcStyle>
    </a:band1H>
    <a:band2H>
      <a:tcStyle>
        <a:tcBdr/>
      </a:tcStyle>
    </a:band2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12700" cmpd="sng">
              <a:solidFill>
                <a:schemeClr val="accent1"/>
              </a:solidFill>
            </a:ln>
          </a:top>
        </a:tcBdr>
        <a:fill>
          <a:noFill/>
        </a:fill>
      </a:tcStyle>
    </a:lastRow>
    <a:firstRow>
      <a:tcTxStyle b="on"/>
      <a:tcStyle>
        <a:tcBdr>
          <a:bottom>
            <a:ln w="12700" cmpd="sng">
              <a:solidFill>
                <a:schemeClr val="accent1"/>
              </a:solidFill>
            </a:ln>
          </a:bottom>
        </a:tcBdr>
        <a:fill>
          <a:noFill/>
        </a:fill>
      </a:tcStyle>
    </a:firstRow>
  </a:tblStyle>
  <a:tblStyle styleId="{0505E3EF-67EA-436B-97B2-0124C06EBD24}" styleName="Medium Style 4 - Accent 3">
    <a:wholeTbl>
      <a:tcTxStyle>
        <a:fontRef idx="minor">
          <a:scrgbClr r="0" g="0" b="0"/>
        </a:fontRef>
        <a:schemeClr val="dk1"/>
      </a:tcTxStyle>
      <a:tcStyle>
        <a:tcBdr>
          <a:left>
            <a:ln w="12700" cmpd="sng">
              <a:solidFill>
                <a:schemeClr val="accent3"/>
              </a:solidFill>
            </a:ln>
          </a:left>
          <a:right>
            <a:ln w="12700" cmpd="sng">
              <a:solidFill>
                <a:schemeClr val="accent3"/>
              </a:solidFill>
            </a:ln>
          </a:right>
          <a:top>
            <a:ln w="12700" cmpd="sng">
              <a:solidFill>
                <a:schemeClr val="accent3"/>
              </a:solidFill>
            </a:ln>
          </a:top>
          <a:bottom>
            <a:ln w="12700" cmpd="sng">
              <a:solidFill>
                <a:schemeClr val="accent3"/>
              </a:solidFill>
            </a:ln>
          </a:bottom>
          <a:insideH>
            <a:ln w="12700" cmpd="sng">
              <a:solidFill>
                <a:schemeClr val="accent3"/>
              </a:solidFill>
            </a:ln>
          </a:insideH>
          <a:insideV>
            <a:ln w="12700" cmpd="sng">
              <a:solidFill>
                <a:schemeClr val="accent3"/>
              </a:solidFill>
            </a:ln>
          </a:insideV>
        </a:tcBdr>
        <a:fill>
          <a:solidFill>
            <a:schemeClr val="accent3">
              <a:tint val="20000"/>
            </a:schemeClr>
          </a:solidFill>
        </a:fill>
      </a:tcStyle>
    </a:wholeTbl>
    <a:band1H>
      <a:tcStyle>
        <a:tcBdr/>
        <a:fill>
          <a:solidFill>
            <a:schemeClr val="accent3">
              <a:tint val="40000"/>
            </a:schemeClr>
          </a:solidFill>
        </a:fill>
      </a:tcStyle>
    </a:band1H>
    <a:band1V>
      <a:tcStyle>
        <a:tcBdr/>
        <a:fill>
          <a:solidFill>
            <a:schemeClr val="accent3">
              <a:tint val="40000"/>
            </a:schemeClr>
          </a:solidFill>
        </a:fill>
      </a:tcStyle>
    </a:band1V>
    <a:lastCol>
      <a:tcTxStyle b="on"/>
      <a:tcStyle>
        <a:tcBdr/>
      </a:tcStyle>
    </a:lastCol>
    <a:firstCol>
      <a:tcTxStyle b="on"/>
      <a:tcStyle>
        <a:tcBdr/>
      </a:tcStyle>
    </a:firstCol>
    <a:lastRow>
      <a:tcTxStyle b="on"/>
      <a:tcStyle>
        <a:tcBdr>
          <a:top>
            <a:ln w="25400" cmpd="sng">
              <a:solidFill>
                <a:schemeClr val="accent3"/>
              </a:solidFill>
            </a:ln>
          </a:top>
        </a:tcBdr>
        <a:fill>
          <a:solidFill>
            <a:schemeClr val="accent3">
              <a:tint val="20000"/>
            </a:schemeClr>
          </a:solidFill>
        </a:fill>
      </a:tcStyle>
    </a:lastRow>
    <a:firstRow>
      <a:tcTxStyle b="on"/>
      <a:tcStyle>
        <a:tcBdr/>
        <a:fill>
          <a:solidFill>
            <a:schemeClr val="accent3">
              <a:tint val="20000"/>
            </a:schemeClr>
          </a:solidFill>
        </a:fill>
      </a:tcStyle>
    </a:firstRow>
  </a:tblStyle>
  <a:tblStyle styleId="{69CF1AB2-1976-4502-BF36-3FF5EA218861}" styleName="Medium Style 4 - Accent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solidFill>
            <a:schemeClr val="accent1">
              <a:tint val="20000"/>
            </a:schemeClr>
          </a:solidFill>
        </a:fill>
      </a:tcStyle>
    </a:wholeTbl>
    <a:band1H>
      <a:tcStyle>
        <a:tcBdr/>
        <a:fill>
          <a:solidFill>
            <a:schemeClr val="accent1">
              <a:tint val="40000"/>
            </a:schemeClr>
          </a:solidFill>
        </a:fill>
      </a:tcStyle>
    </a:band1H>
    <a:band1V>
      <a:tcStyle>
        <a:tcBdr/>
        <a:fill>
          <a:solidFill>
            <a:schemeClr val="accent1">
              <a:tint val="40000"/>
            </a:schemeClr>
          </a:solidFill>
        </a:fill>
      </a:tcStyle>
    </a:band1V>
    <a:lastCol>
      <a:tcTxStyle b="on"/>
      <a:tcStyle>
        <a:tcBdr/>
      </a:tcStyle>
    </a:lastCol>
    <a:firstCol>
      <a:tcTxStyle b="on"/>
      <a:tcStyle>
        <a:tcBdr/>
      </a:tcStyle>
    </a:firstCol>
    <a:lastRow>
      <a:tcTxStyle b="on"/>
      <a:tcStyle>
        <a:tcBdr>
          <a:top>
            <a:ln w="25400" cmpd="sng">
              <a:solidFill>
                <a:schemeClr val="accent1"/>
              </a:solidFill>
            </a:ln>
          </a:top>
        </a:tcBdr>
        <a:fill>
          <a:solidFill>
            <a:schemeClr val="accent1">
              <a:tint val="20000"/>
            </a:schemeClr>
          </a:solidFill>
        </a:fill>
      </a:tcStyle>
    </a:lastRow>
    <a:firstRow>
      <a:tcTxStyle b="on"/>
      <a:tcStyle>
        <a:tcBdr/>
        <a:fill>
          <a:solidFill>
            <a:schemeClr val="accent1">
              <a:tint val="20000"/>
            </a:schemeClr>
          </a:solidFill>
        </a:fill>
      </a:tcStyle>
    </a:firstRow>
  </a:tblStyle>
  <a:tblStyle styleId="{8A107856-5554-42FB-B03E-39F5DBC370BA}" styleName="Medium Style 4 - Accent 2">
    <a:wholeTbl>
      <a:tcTxStyle>
        <a:fontRef idx="minor">
          <a:scrgbClr r="0" g="0" b="0"/>
        </a:fontRef>
        <a:schemeClr val="dk1"/>
      </a:tcTxStyle>
      <a:tcStyle>
        <a:tcBdr>
          <a:left>
            <a:ln w="12700" cmpd="sng">
              <a:solidFill>
                <a:schemeClr val="accent2"/>
              </a:solidFill>
            </a:ln>
          </a:left>
          <a:right>
            <a:ln w="12700" cmpd="sng">
              <a:solidFill>
                <a:schemeClr val="accent2"/>
              </a:solidFill>
            </a:ln>
          </a:right>
          <a:top>
            <a:ln w="12700" cmpd="sng">
              <a:solidFill>
                <a:schemeClr val="accent2"/>
              </a:solidFill>
            </a:ln>
          </a:top>
          <a:bottom>
            <a:ln w="12700" cmpd="sng">
              <a:solidFill>
                <a:schemeClr val="accent2"/>
              </a:solidFill>
            </a:ln>
          </a:bottom>
          <a:insideH>
            <a:ln w="12700" cmpd="sng">
              <a:solidFill>
                <a:schemeClr val="accent2"/>
              </a:solidFill>
            </a:ln>
          </a:insideH>
          <a:insideV>
            <a:ln w="12700" cmpd="sng">
              <a:solidFill>
                <a:schemeClr val="accent2"/>
              </a:solidFill>
            </a:ln>
          </a:insideV>
        </a:tcBdr>
        <a:fill>
          <a:solidFill>
            <a:schemeClr val="accent2">
              <a:tint val="20000"/>
            </a:schemeClr>
          </a:solidFill>
        </a:fill>
      </a:tcStyle>
    </a:wholeTbl>
    <a:band1H>
      <a:tcStyle>
        <a:tcBdr/>
        <a:fill>
          <a:solidFill>
            <a:schemeClr val="accent2">
              <a:tint val="40000"/>
            </a:schemeClr>
          </a:solidFill>
        </a:fill>
      </a:tcStyle>
    </a:band1H>
    <a:band1V>
      <a:tcStyle>
        <a:tcBdr/>
        <a:fill>
          <a:solidFill>
            <a:schemeClr val="accent2">
              <a:tint val="40000"/>
            </a:schemeClr>
          </a:solidFill>
        </a:fill>
      </a:tcStyle>
    </a:band1V>
    <a:lastCol>
      <a:tcTxStyle b="on"/>
      <a:tcStyle>
        <a:tcBdr/>
      </a:tcStyle>
    </a:lastCol>
    <a:firstCol>
      <a:tcTxStyle b="on"/>
      <a:tcStyle>
        <a:tcBdr/>
      </a:tcStyle>
    </a:firstCol>
    <a:lastRow>
      <a:tcTxStyle b="on"/>
      <a:tcStyle>
        <a:tcBdr>
          <a:top>
            <a:ln w="25400" cmpd="sng">
              <a:solidFill>
                <a:schemeClr val="accent2"/>
              </a:solidFill>
            </a:ln>
          </a:top>
        </a:tcBdr>
        <a:fill>
          <a:solidFill>
            <a:schemeClr val="accent2">
              <a:tint val="20000"/>
            </a:schemeClr>
          </a:solidFill>
        </a:fill>
      </a:tcStyle>
    </a:lastRow>
    <a:firstRow>
      <a:tcTxStyle b="on"/>
      <a:tcStyle>
        <a:tcBdr/>
        <a:fill>
          <a:solidFill>
            <a:schemeClr val="accent2">
              <a:tint val="20000"/>
            </a:schemeClr>
          </a:solidFill>
        </a:fill>
      </a:tcStyle>
    </a:firstRow>
  </a:tblStyle>
  <a:tblStyle styleId="{C4B1156A-380E-4F78-BDF5-A606A8083BF9}" styleName="Medium Style 4 - Accent 4">
    <a:wholeTbl>
      <a:tcTxStyle>
        <a:fontRef idx="minor">
          <a:scrgbClr r="0" g="0" b="0"/>
        </a:fontRef>
        <a:schemeClr val="dk1"/>
      </a:tcTxStyle>
      <a:tcStyle>
        <a:tcBdr>
          <a:left>
            <a:ln w="12700" cmpd="sng">
              <a:solidFill>
                <a:schemeClr val="accent4"/>
              </a:solidFill>
            </a:ln>
          </a:left>
          <a:right>
            <a:ln w="12700" cmpd="sng">
              <a:solidFill>
                <a:schemeClr val="accent4"/>
              </a:solidFill>
            </a:ln>
          </a:right>
          <a:top>
            <a:ln w="12700" cmpd="sng">
              <a:solidFill>
                <a:schemeClr val="accent4"/>
              </a:solidFill>
            </a:ln>
          </a:top>
          <a:bottom>
            <a:ln w="12700" cmpd="sng">
              <a:solidFill>
                <a:schemeClr val="accent4"/>
              </a:solidFill>
            </a:ln>
          </a:bottom>
          <a:insideH>
            <a:ln w="12700" cmpd="sng">
              <a:solidFill>
                <a:schemeClr val="accent4"/>
              </a:solidFill>
            </a:ln>
          </a:insideH>
          <a:insideV>
            <a:ln w="12700" cmpd="sng">
              <a:solidFill>
                <a:schemeClr val="accent4"/>
              </a:solidFill>
            </a:ln>
          </a:insideV>
        </a:tcBdr>
        <a:fill>
          <a:solidFill>
            <a:schemeClr val="accent4">
              <a:tint val="20000"/>
            </a:schemeClr>
          </a:solidFill>
        </a:fill>
      </a:tcStyle>
    </a:wholeTbl>
    <a:band1H>
      <a:tcStyle>
        <a:tcBdr/>
        <a:fill>
          <a:solidFill>
            <a:schemeClr val="accent4">
              <a:tint val="40000"/>
            </a:schemeClr>
          </a:solidFill>
        </a:fill>
      </a:tcStyle>
    </a:band1H>
    <a:band1V>
      <a:tcStyle>
        <a:tcBdr/>
        <a:fill>
          <a:solidFill>
            <a:schemeClr val="accent4">
              <a:tint val="40000"/>
            </a:schemeClr>
          </a:solidFill>
        </a:fill>
      </a:tcStyle>
    </a:band1V>
    <a:lastCol>
      <a:tcTxStyle b="on"/>
      <a:tcStyle>
        <a:tcBdr/>
      </a:tcStyle>
    </a:lastCol>
    <a:firstCol>
      <a:tcTxStyle b="on"/>
      <a:tcStyle>
        <a:tcBdr/>
      </a:tcStyle>
    </a:firstCol>
    <a:lastRow>
      <a:tcTxStyle b="on"/>
      <a:tcStyle>
        <a:tcBdr>
          <a:top>
            <a:ln w="25400" cmpd="sng">
              <a:solidFill>
                <a:schemeClr val="accent4"/>
              </a:solidFill>
            </a:ln>
          </a:top>
        </a:tcBdr>
        <a:fill>
          <a:solidFill>
            <a:schemeClr val="accent4">
              <a:tint val="20000"/>
            </a:schemeClr>
          </a:solidFill>
        </a:fill>
      </a:tcStyle>
    </a:lastRow>
    <a:firstRow>
      <a:tcTxStyle b="on"/>
      <a:tcStyle>
        <a:tcBdr/>
        <a:fill>
          <a:solidFill>
            <a:schemeClr val="accent4">
              <a:tint val="20000"/>
            </a:schemeClr>
          </a:solidFill>
        </a:fill>
      </a:tcStyle>
    </a:firstRow>
  </a:tblStyle>
  <a:tblStyle styleId="{16D9F66E-5EB9-4882-86FB-DCBF35E3C3E4}" styleName="Medium Style 4 - Accent 6">
    <a:wholeTbl>
      <a:tcTxStyle>
        <a:fontRef idx="minor">
          <a:scrgbClr r="0" g="0" b="0"/>
        </a:fontRef>
        <a:schemeClr val="dk1"/>
      </a:tcTxStyle>
      <a:tcStyle>
        <a:tcBdr>
          <a:left>
            <a:ln w="12700" cmpd="sng">
              <a:solidFill>
                <a:schemeClr val="accent6"/>
              </a:solidFill>
            </a:ln>
          </a:left>
          <a:right>
            <a:ln w="12700" cmpd="sng">
              <a:solidFill>
                <a:schemeClr val="accent6"/>
              </a:solidFill>
            </a:ln>
          </a:right>
          <a:top>
            <a:ln w="12700" cmpd="sng">
              <a:solidFill>
                <a:schemeClr val="accent6"/>
              </a:solidFill>
            </a:ln>
          </a:top>
          <a:bottom>
            <a:ln w="12700" cmpd="sng">
              <a:solidFill>
                <a:schemeClr val="accent6"/>
              </a:solidFill>
            </a:ln>
          </a:bottom>
          <a:insideH>
            <a:ln w="12700" cmpd="sng">
              <a:solidFill>
                <a:schemeClr val="accent6"/>
              </a:solidFill>
            </a:ln>
          </a:insideH>
          <a:insideV>
            <a:ln w="12700" cmpd="sng">
              <a:solidFill>
                <a:schemeClr val="accent6"/>
              </a:solidFill>
            </a:ln>
          </a:insideV>
        </a:tcBdr>
        <a:fill>
          <a:solidFill>
            <a:schemeClr val="accent6">
              <a:tint val="20000"/>
            </a:schemeClr>
          </a:solidFill>
        </a:fill>
      </a:tcStyle>
    </a:wholeTbl>
    <a:band1H>
      <a:tcStyle>
        <a:tcBdr/>
        <a:fill>
          <a:solidFill>
            <a:schemeClr val="accent6">
              <a:tint val="40000"/>
            </a:schemeClr>
          </a:solidFill>
        </a:fill>
      </a:tcStyle>
    </a:band1H>
    <a:band1V>
      <a:tcStyle>
        <a:tcBdr/>
        <a:fill>
          <a:solidFill>
            <a:schemeClr val="accent6">
              <a:tint val="40000"/>
            </a:schemeClr>
          </a:solidFill>
        </a:fill>
      </a:tcStyle>
    </a:band1V>
    <a:lastCol>
      <a:tcTxStyle b="on"/>
      <a:tcStyle>
        <a:tcBdr/>
      </a:tcStyle>
    </a:lastCol>
    <a:firstCol>
      <a:tcTxStyle b="on"/>
      <a:tcStyle>
        <a:tcBdr/>
      </a:tcStyle>
    </a:firstCol>
    <a:lastRow>
      <a:tcTxStyle b="on"/>
      <a:tcStyle>
        <a:tcBdr>
          <a:top>
            <a:ln w="25400" cmpd="sng">
              <a:solidFill>
                <a:schemeClr val="accent6"/>
              </a:solidFill>
            </a:ln>
          </a:top>
        </a:tcBdr>
        <a:fill>
          <a:solidFill>
            <a:schemeClr val="accent6">
              <a:tint val="20000"/>
            </a:schemeClr>
          </a:solidFill>
        </a:fill>
      </a:tcStyle>
    </a:lastRow>
    <a:firstRow>
      <a:tcTxStyle b="on"/>
      <a:tcStyle>
        <a:tcBdr/>
        <a:fill>
          <a:solidFill>
            <a:schemeClr val="accent6">
              <a:tint val="20000"/>
            </a:schemeClr>
          </a:solidFill>
        </a:fill>
      </a:tcStyle>
    </a:firstRow>
  </a:tblStyle>
  <a:tblStyle styleId="{D7AC3CCA-C797-4891-BE02-D94E43425B78}" styleName="Medium Style 4">
    <a:wholeTbl>
      <a:tcTxStyle>
        <a:fontRef idx="minor">
          <a:scrgbClr r="0" g="0" b="0"/>
        </a:fontRef>
        <a:schemeClr val="dk1"/>
      </a:tcTxStyle>
      <a:tcStyle>
        <a:tcBdr>
          <a:left>
            <a:ln w="12700" cmpd="sng">
              <a:solidFill>
                <a:schemeClr val="dk1"/>
              </a:solidFill>
            </a:ln>
          </a:left>
          <a:right>
            <a:ln w="12700" cmpd="sng">
              <a:solidFill>
                <a:schemeClr val="dk1"/>
              </a:solidFill>
            </a:ln>
          </a:right>
          <a:top>
            <a:ln w="12700" cmpd="sng">
              <a:solidFill>
                <a:schemeClr val="dk1"/>
              </a:solidFill>
            </a:ln>
          </a:top>
          <a:bottom>
            <a:ln w="12700" cmpd="sng">
              <a:solidFill>
                <a:schemeClr val="dk1"/>
              </a:solidFill>
            </a:ln>
          </a:bottom>
          <a:insideH>
            <a:ln w="12700" cmpd="sng">
              <a:solidFill>
                <a:schemeClr val="dk1"/>
              </a:solidFill>
            </a:ln>
          </a:insideH>
          <a:insideV>
            <a:ln w="12700" cmpd="sng">
              <a:solidFill>
                <a:schemeClr val="dk1"/>
              </a:solidFill>
            </a:ln>
          </a:insideV>
        </a:tcBdr>
        <a:fill>
          <a:solidFill>
            <a:schemeClr val="dk1">
              <a:tint val="20000"/>
            </a:schemeClr>
          </a:solidFill>
        </a:fill>
      </a:tcStyle>
    </a:wholeTbl>
    <a:band1H>
      <a:tcStyle>
        <a:tcBdr/>
        <a:fill>
          <a:solidFill>
            <a:schemeClr val="dk1">
              <a:tint val="40000"/>
            </a:schemeClr>
          </a:solidFill>
        </a:fill>
      </a:tcStyle>
    </a:band1H>
    <a:band1V>
      <a:tcStyle>
        <a:tcBdr/>
        <a:fill>
          <a:solidFill>
            <a:schemeClr val="dk1">
              <a:tint val="40000"/>
            </a:schemeClr>
          </a:solidFill>
        </a:fill>
      </a:tcStyle>
    </a:band1V>
    <a:lastCol>
      <a:tcTxStyle b="on"/>
      <a:tcStyle>
        <a:tcBdr/>
      </a:tcStyle>
    </a:lastCol>
    <a:firstCol>
      <a:tcTxStyle b="on"/>
      <a:tcStyle>
        <a:tcBdr/>
      </a:tcStyle>
    </a:firstCol>
    <a:lastRow>
      <a:tcTxStyle b="on"/>
      <a:tcStyle>
        <a:tcBdr>
          <a:top>
            <a:ln w="25400" cmpd="sng">
              <a:solidFill>
                <a:schemeClr val="dk1"/>
              </a:solidFill>
            </a:ln>
          </a:top>
        </a:tcBdr>
        <a:fill>
          <a:solidFill>
            <a:schemeClr val="dk1">
              <a:tint val="20000"/>
            </a:schemeClr>
          </a:solidFill>
        </a:fill>
      </a:tcStyle>
    </a:lastRow>
    <a:firstRow>
      <a:tcTxStyle b="on"/>
      <a:tcStyle>
        <a:tcBdr/>
        <a:fill>
          <a:solidFill>
            <a:schemeClr val="dk1">
              <a:tint val="20000"/>
            </a:schemeClr>
          </a:solidFill>
        </a:fill>
      </a:tcStyle>
    </a:firstRow>
  </a:tblStyle>
  <a:tblStyle styleId="{3C2FFA5D-87B4-456A-9821-1D502468CF0F}" styleName="Themed Style 1 - Accent 1">
    <a:tblBg>
      <a:fillRef idx="2">
        <a:schemeClr val="accent1"/>
      </a:fillRef>
      <a:effectRef idx="1">
        <a:schemeClr val="accent1"/>
      </a:effectRef>
    </a:tblBg>
    <a:wholeTbl>
      <a:tcTxStyle>
        <a:fontRef idx="minor">
          <a:scrgbClr r="0" g="0" b="0"/>
        </a:fontRef>
        <a:schemeClr val="dk1"/>
      </a:tcTxStyle>
      <a:tcStyle>
        <a:tcBdr>
          <a:left>
            <a:lnRef idx="1">
              <a:schemeClr val="accent1"/>
            </a:lnRef>
          </a:left>
          <a:right>
            <a:lnRef idx="1">
              <a:schemeClr val="accent1"/>
            </a:lnRef>
          </a:right>
          <a:top>
            <a:lnRef idx="1">
              <a:schemeClr val="accent1"/>
            </a:lnRef>
          </a:top>
          <a:bottom>
            <a:lnRef idx="1">
              <a:schemeClr val="accent1"/>
            </a:lnRef>
          </a:bottom>
          <a:insideH>
            <a:lnRef idx="1">
              <a:schemeClr val="accent1"/>
            </a:lnRef>
          </a:insideH>
          <a:insideV>
            <a:lnRef idx="1">
              <a:schemeClr val="accent1"/>
            </a:lnRef>
          </a:insideV>
        </a:tcBdr>
        <a:fill>
          <a:noFill/>
        </a:fill>
      </a:tcStyle>
    </a:wholeTbl>
    <a:band1H>
      <a:tcStyle>
        <a:tcBdr/>
        <a:fill>
          <a:solidFill>
            <a:schemeClr val="accent1">
              <a:alpha val="40000"/>
            </a:schemeClr>
          </a:solidFill>
        </a:fill>
      </a:tcStyle>
    </a:band1H>
    <a:band2H>
      <a:tcStyle>
        <a:tcBdr/>
      </a:tcStyle>
    </a:band2H>
    <a:band1V>
      <a:tcStyle>
        <a:tcBdr>
          <a:top>
            <a:lnRef idx="1">
              <a:schemeClr val="accent1"/>
            </a:lnRef>
          </a:top>
          <a:bottom>
            <a:lnRef idx="1">
              <a:schemeClr val="accent1"/>
            </a:lnRef>
          </a:bottom>
        </a:tcBdr>
        <a:fill>
          <a:solidFill>
            <a:schemeClr val="accent1">
              <a:alpha val="40000"/>
            </a:schemeClr>
          </a:solidFill>
        </a:fill>
      </a:tcStyle>
    </a:band1V>
    <a:band2V>
      <a:tcStyle>
        <a:tcBdr/>
      </a:tcStyle>
    </a:band2V>
    <a:lastCol>
      <a:tcTxStyle b="on"/>
      <a:tcStyle>
        <a:tcBdr>
          <a:left>
            <a:lnRef idx="2">
              <a:schemeClr val="accent1"/>
            </a:lnRef>
          </a:left>
          <a:right>
            <a:lnRef idx="1">
              <a:schemeClr val="accent1"/>
            </a:lnRef>
          </a:right>
          <a:top>
            <a:lnRef idx="1">
              <a:schemeClr val="accent1"/>
            </a:lnRef>
          </a:top>
          <a:bottom>
            <a:lnRef idx="1">
              <a:schemeClr val="accent1"/>
            </a:lnRef>
          </a:bottom>
          <a:insideH>
            <a:lnRef idx="1">
              <a:schemeClr val="accent1"/>
            </a:lnRef>
          </a:insideH>
          <a:insideV>
            <a:ln>
              <a:noFill/>
            </a:ln>
          </a:insideV>
        </a:tcBdr>
      </a:tcStyle>
    </a:lastCol>
    <a:firstCol>
      <a:tcTxStyle b="on"/>
      <a:tcStyle>
        <a:tcBdr>
          <a:left>
            <a:lnRef idx="1">
              <a:schemeClr val="accent1"/>
            </a:lnRef>
          </a:left>
          <a:right>
            <a:lnRef idx="2">
              <a:schemeClr val="accent1"/>
            </a:lnRef>
          </a:right>
          <a:top>
            <a:lnRef idx="1">
              <a:schemeClr val="accent1"/>
            </a:lnRef>
          </a:top>
          <a:bottom>
            <a:lnRef idx="1">
              <a:schemeClr val="accent1"/>
            </a:lnRef>
          </a:bottom>
          <a:insideH>
            <a:lnRef idx="1">
              <a:schemeClr val="accent1"/>
            </a:lnRef>
          </a:insideH>
          <a:insideV>
            <a:ln>
              <a:noFill/>
            </a:ln>
          </a:insideV>
        </a:tcBdr>
      </a:tcStyle>
    </a:firstCol>
    <a:lastRow>
      <a:tcTxStyle b="on"/>
      <a:tcStyle>
        <a:tcBdr>
          <a:left>
            <a:lnRef idx="1">
              <a:schemeClr val="accent1"/>
            </a:lnRef>
          </a:left>
          <a:right>
            <a:lnRef idx="1">
              <a:schemeClr val="accent1"/>
            </a:lnRef>
          </a:right>
          <a:top>
            <a:lnRef idx="2">
              <a:schemeClr val="accent1"/>
            </a:lnRef>
          </a:top>
          <a:bottom>
            <a:lnRef idx="2">
              <a:schemeClr val="accent1"/>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1"/>
            </a:lnRef>
          </a:left>
          <a:right>
            <a:lnRef idx="1">
              <a:schemeClr val="accent1"/>
            </a:lnRef>
          </a:right>
          <a:top>
            <a:lnRef idx="1">
              <a:schemeClr val="accent1"/>
            </a:lnRef>
          </a:top>
          <a:bottom>
            <a:lnRef idx="2">
              <a:schemeClr val="lt1"/>
            </a:lnRef>
          </a:bottom>
          <a:insideH>
            <a:ln>
              <a:noFill/>
            </a:ln>
          </a:insideH>
          <a:insideV>
            <a:ln>
              <a:noFill/>
            </a:ln>
          </a:insideV>
        </a:tcBdr>
        <a:fill>
          <a:solidFill>
            <a:schemeClr val="accent1"/>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C083E6E3-FA7D-4D7B-A595-EF9225AFEA82}" styleName="Light Style 1 - Accent 3">
    <a:wholeTbl>
      <a:tcTxStyle>
        <a:fontRef idx="minor">
          <a:scrgbClr r="0" g="0" b="0"/>
        </a:fontRef>
        <a:schemeClr val="tx1"/>
      </a:tcTxStyle>
      <a:tcStyle>
        <a:tcBdr>
          <a:left>
            <a:ln>
              <a:noFill/>
            </a:ln>
          </a:left>
          <a:right>
            <a:ln>
              <a:noFill/>
            </a:ln>
          </a:right>
          <a:top>
            <a:ln w="12700" cmpd="sng">
              <a:solidFill>
                <a:schemeClr val="accent3"/>
              </a:solidFill>
            </a:ln>
          </a:top>
          <a:bottom>
            <a:ln w="12700" cmpd="sng">
              <a:solidFill>
                <a:schemeClr val="accent3"/>
              </a:solidFill>
            </a:ln>
          </a:bottom>
          <a:insideH>
            <a:ln>
              <a:noFill/>
            </a:ln>
          </a:insideH>
          <a:insideV>
            <a:ln>
              <a:noFill/>
            </a:ln>
          </a:insideV>
        </a:tcBdr>
        <a:fill>
          <a:noFill/>
        </a:fill>
      </a:tcStyle>
    </a:wholeTbl>
    <a:band1H>
      <a:tcStyle>
        <a:tcBdr/>
        <a:fill>
          <a:solidFill>
            <a:schemeClr val="accent3">
              <a:alpha val="20000"/>
            </a:schemeClr>
          </a:solidFill>
        </a:fill>
      </a:tcStyle>
    </a:band1H>
    <a:band2H>
      <a:tcStyle>
        <a:tcBdr/>
      </a:tcStyle>
    </a:band2H>
    <a:band1V>
      <a:tcStyle>
        <a:tcBdr/>
        <a:fill>
          <a:solidFill>
            <a:schemeClr val="accent3">
              <a:alpha val="20000"/>
            </a:schemeClr>
          </a:solidFill>
        </a:fill>
      </a:tcStyle>
    </a:band1V>
    <a:lastCol>
      <a:tcTxStyle b="on"/>
      <a:tcStyle>
        <a:tcBdr/>
      </a:tcStyle>
    </a:lastCol>
    <a:firstCol>
      <a:tcTxStyle b="on"/>
      <a:tcStyle>
        <a:tcBdr/>
      </a:tcStyle>
    </a:firstCol>
    <a:lastRow>
      <a:tcTxStyle b="on"/>
      <a:tcStyle>
        <a:tcBdr>
          <a:top>
            <a:ln w="12700" cmpd="sng">
              <a:solidFill>
                <a:schemeClr val="accent3"/>
              </a:solidFill>
            </a:ln>
          </a:top>
        </a:tcBdr>
        <a:fill>
          <a:noFill/>
        </a:fill>
      </a:tcStyle>
    </a:lastRow>
    <a:firstRow>
      <a:tcTxStyle b="on"/>
      <a:tcStyle>
        <a:tcBdr>
          <a:bottom>
            <a:ln w="12700" cmpd="sng">
              <a:solidFill>
                <a:schemeClr val="accent3"/>
              </a:solidFill>
            </a:ln>
          </a:bottom>
        </a:tcBdr>
        <a:fill>
          <a:noFill/>
        </a:fill>
      </a:tcStyle>
    </a:firstRow>
  </a:tblStyle>
  <a:tblStyle styleId="{0E3FDE45-AF77-4B5C-9715-49D594BDF05E}" styleName="Light Style 1 - Accent 2">
    <a:wholeTbl>
      <a:tcTxStyle>
        <a:fontRef idx="minor">
          <a:scrgbClr r="0" g="0" b="0"/>
        </a:fontRef>
        <a:schemeClr val="tx1"/>
      </a:tcTxStyle>
      <a:tcStyle>
        <a:tcBdr>
          <a:left>
            <a:ln>
              <a:noFill/>
            </a:ln>
          </a:left>
          <a:right>
            <a:ln>
              <a:noFill/>
            </a:ln>
          </a:right>
          <a:top>
            <a:ln w="12700" cmpd="sng">
              <a:solidFill>
                <a:schemeClr val="accent2"/>
              </a:solidFill>
            </a:ln>
          </a:top>
          <a:bottom>
            <a:ln w="12700" cmpd="sng">
              <a:solidFill>
                <a:schemeClr val="accent2"/>
              </a:solidFill>
            </a:ln>
          </a:bottom>
          <a:insideH>
            <a:ln>
              <a:noFill/>
            </a:ln>
          </a:insideH>
          <a:insideV>
            <a:ln>
              <a:noFill/>
            </a:ln>
          </a:insideV>
        </a:tcBdr>
        <a:fill>
          <a:noFill/>
        </a:fill>
      </a:tcStyle>
    </a:wholeTbl>
    <a:band1H>
      <a:tcStyle>
        <a:tcBdr/>
        <a:fill>
          <a:solidFill>
            <a:schemeClr val="accent2">
              <a:alpha val="20000"/>
            </a:schemeClr>
          </a:solidFill>
        </a:fill>
      </a:tcStyle>
    </a:band1H>
    <a:band2H>
      <a:tcStyle>
        <a:tcBdr/>
      </a:tcStyle>
    </a:band2H>
    <a:band1V>
      <a:tcStyle>
        <a:tcBdr/>
        <a:fill>
          <a:solidFill>
            <a:schemeClr val="accent2">
              <a:alpha val="20000"/>
            </a:schemeClr>
          </a:solidFill>
        </a:fill>
      </a:tcStyle>
    </a:band1V>
    <a:lastCol>
      <a:tcTxStyle b="on"/>
      <a:tcStyle>
        <a:tcBdr/>
      </a:tcStyle>
    </a:lastCol>
    <a:firstCol>
      <a:tcTxStyle b="on"/>
      <a:tcStyle>
        <a:tcBdr/>
      </a:tcStyle>
    </a:firstCol>
    <a:lastRow>
      <a:tcTxStyle b="on"/>
      <a:tcStyle>
        <a:tcBdr>
          <a:top>
            <a:ln w="12700" cmpd="sng">
              <a:solidFill>
                <a:schemeClr val="accent2"/>
              </a:solidFill>
            </a:ln>
          </a:top>
        </a:tcBdr>
        <a:fill>
          <a:noFill/>
        </a:fill>
      </a:tcStyle>
    </a:lastRow>
    <a:firstRow>
      <a:tcTxStyle b="on"/>
      <a:tcStyle>
        <a:tcBdr>
          <a:bottom>
            <a:ln w="12700" cmpd="sng">
              <a:solidFill>
                <a:schemeClr val="accent2"/>
              </a:solidFill>
            </a:ln>
          </a:bottom>
        </a:tcBdr>
        <a:fill>
          <a:noFill/>
        </a:fill>
      </a:tcStyle>
    </a:firstRow>
  </a:tblStyle>
  <a:tblStyle styleId="{5FD0F851-EC5A-4D38-B0AD-8093EC10F338}" styleName="Light Style 1 - Accent 5">
    <a:wholeTbl>
      <a:tcTxStyle>
        <a:fontRef idx="minor">
          <a:scrgbClr r="0" g="0" b="0"/>
        </a:fontRef>
        <a:schemeClr val="tx1"/>
      </a:tcTxStyle>
      <a:tcStyle>
        <a:tcBdr>
          <a:left>
            <a:ln>
              <a:noFill/>
            </a:ln>
          </a:left>
          <a:right>
            <a:ln>
              <a:noFill/>
            </a:ln>
          </a:right>
          <a:top>
            <a:ln w="12700" cmpd="sng">
              <a:solidFill>
                <a:schemeClr val="accent5"/>
              </a:solidFill>
            </a:ln>
          </a:top>
          <a:bottom>
            <a:ln w="12700" cmpd="sng">
              <a:solidFill>
                <a:schemeClr val="accent5"/>
              </a:solidFill>
            </a:ln>
          </a:bottom>
          <a:insideH>
            <a:ln>
              <a:noFill/>
            </a:ln>
          </a:insideH>
          <a:insideV>
            <a:ln>
              <a:noFill/>
            </a:ln>
          </a:insideV>
        </a:tcBdr>
        <a:fill>
          <a:noFill/>
        </a:fill>
      </a:tcStyle>
    </a:wholeTbl>
    <a:band1H>
      <a:tcStyle>
        <a:tcBdr/>
        <a:fill>
          <a:solidFill>
            <a:schemeClr val="accent5">
              <a:alpha val="20000"/>
            </a:schemeClr>
          </a:solidFill>
        </a:fill>
      </a:tcStyle>
    </a:band1H>
    <a:band2H>
      <a:tcStyle>
        <a:tcBdr/>
      </a:tcStyle>
    </a:band2H>
    <a:band1V>
      <a:tcStyle>
        <a:tcBdr/>
        <a:fill>
          <a:solidFill>
            <a:schemeClr val="accent5">
              <a:alpha val="20000"/>
            </a:schemeClr>
          </a:solidFill>
        </a:fill>
      </a:tcStyle>
    </a:band1V>
    <a:lastCol>
      <a:tcTxStyle b="on"/>
      <a:tcStyle>
        <a:tcBdr/>
      </a:tcStyle>
    </a:lastCol>
    <a:firstCol>
      <a:tcTxStyle b="on"/>
      <a:tcStyle>
        <a:tcBdr/>
      </a:tcStyle>
    </a:firstCol>
    <a:lastRow>
      <a:tcTxStyle b="on"/>
      <a:tcStyle>
        <a:tcBdr>
          <a:top>
            <a:ln w="12700" cmpd="sng">
              <a:solidFill>
                <a:schemeClr val="accent5"/>
              </a:solidFill>
            </a:ln>
          </a:top>
        </a:tcBdr>
        <a:fill>
          <a:noFill/>
        </a:fill>
      </a:tcStyle>
    </a:lastRow>
    <a:firstRow>
      <a:tcTxStyle b="on"/>
      <a:tcStyle>
        <a:tcBdr>
          <a:bottom>
            <a:ln w="12700" cmpd="sng">
              <a:solidFill>
                <a:schemeClr val="accent5"/>
              </a:solidFill>
            </a:ln>
          </a:bottom>
        </a:tcBdr>
        <a:fill>
          <a:noFill/>
        </a:fill>
      </a:tcStyle>
    </a:firstRow>
  </a:tblStyle>
  <a:tblStyle styleId="{D27102A9-8310-4765-A935-A1911B00CA55}" styleName="Light Style 1 - Accent 4">
    <a:wholeTbl>
      <a:tcTxStyle>
        <a:fontRef idx="minor">
          <a:scrgbClr r="0" g="0" b="0"/>
        </a:fontRef>
        <a:schemeClr val="tx1"/>
      </a:tcTxStyle>
      <a:tcStyle>
        <a:tcBdr>
          <a:left>
            <a:ln>
              <a:noFill/>
            </a:ln>
          </a:left>
          <a:right>
            <a:ln>
              <a:noFill/>
            </a:ln>
          </a:right>
          <a:top>
            <a:ln w="12700" cmpd="sng">
              <a:solidFill>
                <a:schemeClr val="accent4"/>
              </a:solidFill>
            </a:ln>
          </a:top>
          <a:bottom>
            <a:ln w="12700" cmpd="sng">
              <a:solidFill>
                <a:schemeClr val="accent4"/>
              </a:solidFill>
            </a:ln>
          </a:bottom>
          <a:insideH>
            <a:ln>
              <a:noFill/>
            </a:ln>
          </a:insideH>
          <a:insideV>
            <a:ln>
              <a:noFill/>
            </a:ln>
          </a:insideV>
        </a:tcBdr>
        <a:fill>
          <a:noFill/>
        </a:fill>
      </a:tcStyle>
    </a:wholeTbl>
    <a:band1H>
      <a:tcStyle>
        <a:tcBdr/>
        <a:fill>
          <a:solidFill>
            <a:schemeClr val="accent4">
              <a:alpha val="20000"/>
            </a:schemeClr>
          </a:solidFill>
        </a:fill>
      </a:tcStyle>
    </a:band1H>
    <a:band2H>
      <a:tcStyle>
        <a:tcBdr/>
      </a:tcStyle>
    </a:band2H>
    <a:band1V>
      <a:tcStyle>
        <a:tcBdr/>
        <a:fill>
          <a:solidFill>
            <a:schemeClr val="accent4">
              <a:alpha val="20000"/>
            </a:schemeClr>
          </a:solidFill>
        </a:fill>
      </a:tcStyle>
    </a:band1V>
    <a:lastCol>
      <a:tcTxStyle b="on"/>
      <a:tcStyle>
        <a:tcBdr/>
      </a:tcStyle>
    </a:lastCol>
    <a:firstCol>
      <a:tcTxStyle b="on"/>
      <a:tcStyle>
        <a:tcBdr/>
      </a:tcStyle>
    </a:firstCol>
    <a:lastRow>
      <a:tcTxStyle b="on"/>
      <a:tcStyle>
        <a:tcBdr>
          <a:top>
            <a:ln w="12700" cmpd="sng">
              <a:solidFill>
                <a:schemeClr val="accent4"/>
              </a:solidFill>
            </a:ln>
          </a:top>
        </a:tcBdr>
        <a:fill>
          <a:noFill/>
        </a:fill>
      </a:tcStyle>
    </a:lastRow>
    <a:firstRow>
      <a:tcTxStyle b="on"/>
      <a:tcStyle>
        <a:tcBdr>
          <a:bottom>
            <a:ln w="12700" cmpd="sng">
              <a:solidFill>
                <a:schemeClr val="accent4"/>
              </a:solidFill>
            </a:ln>
          </a:bottom>
        </a:tcBdr>
        <a:fill>
          <a:noFill/>
        </a:fill>
      </a:tcStyle>
    </a:firstRow>
  </a:tblStyle>
  <a:tblStyle styleId="{9D7B26C5-4107-4FEC-AEDC-1716B250A1EF}" styleName="Light Style 1">
    <a:wholeTbl>
      <a:tcTxStyle>
        <a:fontRef idx="minor">
          <a:scrgbClr r="0" g="0" b="0"/>
        </a:fontRef>
        <a:schemeClr val="tx1"/>
      </a:tcTxStyle>
      <a:tcStyle>
        <a:tcBdr>
          <a:left>
            <a:ln>
              <a:noFill/>
            </a:ln>
          </a:left>
          <a:right>
            <a:ln>
              <a:noFill/>
            </a:ln>
          </a:right>
          <a:top>
            <a:ln w="12700" cmpd="sng">
              <a:solidFill>
                <a:schemeClr val="tx1"/>
              </a:solidFill>
            </a:ln>
          </a:top>
          <a:bottom>
            <a:ln w="12700" cmpd="sng">
              <a:solidFill>
                <a:schemeClr val="tx1"/>
              </a:solidFill>
            </a:ln>
          </a:bottom>
          <a:insideH>
            <a:ln>
              <a:noFill/>
            </a:ln>
          </a:insideH>
          <a:insideV>
            <a:ln>
              <a:noFill/>
            </a:ln>
          </a:insideV>
        </a:tcBdr>
        <a:fill>
          <a:noFill/>
        </a:fill>
      </a:tcStyle>
    </a:wholeTbl>
    <a:band1H>
      <a:tcStyle>
        <a:tcBdr/>
        <a:fill>
          <a:solidFill>
            <a:schemeClr val="tx1">
              <a:alpha val="20000"/>
            </a:schemeClr>
          </a:solidFill>
        </a:fill>
      </a:tcStyle>
    </a:band1H>
    <a:band2H>
      <a:tcStyle>
        <a:tcBdr/>
      </a:tcStyle>
    </a:band2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12700" cmpd="sng">
              <a:solidFill>
                <a:schemeClr val="tx1"/>
              </a:solidFill>
            </a:ln>
          </a:top>
        </a:tcBdr>
        <a:fill>
          <a:noFill/>
        </a:fill>
      </a:tcStyle>
    </a:lastRow>
    <a:firstRow>
      <a:tcTxStyle b="on"/>
      <a:tcStyle>
        <a:tcBdr>
          <a:bottom>
            <a:ln w="12700" cmpd="sng">
              <a:solidFill>
                <a:schemeClr val="tx1"/>
              </a:solidFill>
            </a:ln>
          </a:bottom>
        </a:tcBdr>
        <a:fill>
          <a:noFill/>
        </a:fill>
      </a:tcStyle>
    </a:firstRow>
  </a:tblStyle>
  <a:tblStyle styleId="{7E9639D4-E3E2-4D34-9284-5A2195B3D0D7}" styleName="Light Style 2">
    <a:wholeTbl>
      <a:tcTxStyle>
        <a:fontRef idx="minor">
          <a:scrgbClr r="0" g="0" b="0"/>
        </a:fontRef>
        <a:schemeClr val="tx1"/>
      </a:tcTxStyle>
      <a:tcStyle>
        <a:tcBdr>
          <a:left>
            <a:lnRef idx="1">
              <a:schemeClr val="tx1"/>
            </a:lnRef>
          </a:left>
          <a:right>
            <a:lnRef idx="1">
              <a:schemeClr val="tx1"/>
            </a:lnRef>
          </a:right>
          <a:top>
            <a:lnRef idx="1">
              <a:schemeClr val="tx1"/>
            </a:lnRef>
          </a:top>
          <a:bottom>
            <a:lnRef idx="1">
              <a:schemeClr val="tx1"/>
            </a:lnRef>
          </a:bottom>
          <a:insideH>
            <a:ln>
              <a:noFill/>
            </a:ln>
          </a:insideH>
          <a:insideV>
            <a:ln>
              <a:noFill/>
            </a:ln>
          </a:insideV>
        </a:tcBdr>
        <a:fill>
          <a:noFill/>
        </a:fill>
      </a:tcStyle>
    </a:wholeTbl>
    <a:band1H>
      <a:tcStyle>
        <a:tcBdr>
          <a:top>
            <a:lnRef idx="1">
              <a:schemeClr val="tx1"/>
            </a:lnRef>
          </a:top>
          <a:bottom>
            <a:lnRef idx="1">
              <a:schemeClr val="tx1"/>
            </a:lnRef>
          </a:bottom>
        </a:tcBdr>
      </a:tcStyle>
    </a:band1H>
    <a:band1V>
      <a:tcStyle>
        <a:tcBdr>
          <a:left>
            <a:lnRef idx="1">
              <a:schemeClr val="tx1"/>
            </a:lnRef>
          </a:left>
          <a:right>
            <a:lnRef idx="1">
              <a:schemeClr val="tx1"/>
            </a:lnRef>
          </a:right>
        </a:tcBdr>
      </a:tcStyle>
    </a:band1V>
    <a:band2V>
      <a:tcStyle>
        <a:tcBdr>
          <a:left>
            <a:lnRef idx="1">
              <a:schemeClr val="tx1"/>
            </a:lnRef>
          </a:left>
          <a:right>
            <a:lnRef idx="1">
              <a:schemeClr val="tx1"/>
            </a:lnRef>
          </a:right>
        </a:tcBdr>
      </a:tcStyle>
    </a:band2V>
    <a:lastCol>
      <a:tcTxStyle b="on"/>
      <a:tcStyle>
        <a:tcBdr/>
      </a:tcStyle>
    </a:lastCol>
    <a:firstCol>
      <a:tcTxStyle b="on"/>
      <a:tcStyle>
        <a:tcBdr/>
      </a:tcStyle>
    </a:firstCol>
    <a:lastRow>
      <a:tcTxStyle b="on"/>
      <a:tcStyle>
        <a:tcBdr>
          <a:top>
            <a:ln w="50800" cmpd="dbl">
              <a:solidFill>
                <a:schemeClr val="tx1"/>
              </a:solidFill>
            </a:ln>
          </a:top>
        </a:tcBdr>
      </a:tcStyle>
    </a:lastRow>
    <a:firstRow>
      <a:tcTxStyle b="on">
        <a:fontRef idx="minor">
          <a:scrgbClr r="0" g="0" b="0"/>
        </a:fontRef>
        <a:schemeClr val="bg1"/>
      </a:tcTxStyle>
      <a:tcStyle>
        <a:tcBdr/>
        <a:fillRef idx="1">
          <a:schemeClr val="tx1"/>
        </a:fillRef>
      </a:tcStyle>
    </a:firstRow>
  </a:tblStyle>
  <a:tblStyle styleId="{69012ECD-51FC-41F1-AA8D-1B2483CD663E}" styleName="Light Style 2 - Accent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 styleId="{912C8C85-51F0-491E-9774-3900AFEF0FD7}" styleName="Light Style 2 - Accent 6">
    <a:wholeTbl>
      <a:tcTxStyle>
        <a:fontRef idx="minor">
          <a:scrgbClr r="0" g="0" b="0"/>
        </a:fontRef>
        <a:schemeClr val="tx1"/>
      </a:tcTxStyle>
      <a:tcStyle>
        <a:tcBdr>
          <a:left>
            <a:lnRef idx="1">
              <a:schemeClr val="accent6"/>
            </a:lnRef>
          </a:left>
          <a:right>
            <a:lnRef idx="1">
              <a:schemeClr val="accent6"/>
            </a:lnRef>
          </a:right>
          <a:top>
            <a:lnRef idx="1">
              <a:schemeClr val="accent6"/>
            </a:lnRef>
          </a:top>
          <a:bottom>
            <a:lnRef idx="1">
              <a:schemeClr val="accent6"/>
            </a:lnRef>
          </a:bottom>
          <a:insideH>
            <a:ln>
              <a:noFill/>
            </a:ln>
          </a:insideH>
          <a:insideV>
            <a:ln>
              <a:noFill/>
            </a:ln>
          </a:insideV>
        </a:tcBdr>
        <a:fill>
          <a:noFill/>
        </a:fill>
      </a:tcStyle>
    </a:wholeTbl>
    <a:band1H>
      <a:tcStyle>
        <a:tcBdr>
          <a:top>
            <a:lnRef idx="1">
              <a:schemeClr val="accent6"/>
            </a:lnRef>
          </a:top>
          <a:bottom>
            <a:lnRef idx="1">
              <a:schemeClr val="accent6"/>
            </a:lnRef>
          </a:bottom>
        </a:tcBdr>
      </a:tcStyle>
    </a:band1H>
    <a:band1V>
      <a:tcStyle>
        <a:tcBdr>
          <a:left>
            <a:lnRef idx="1">
              <a:schemeClr val="accent6"/>
            </a:lnRef>
          </a:left>
          <a:right>
            <a:lnRef idx="1">
              <a:schemeClr val="accent6"/>
            </a:lnRef>
          </a:right>
        </a:tcBdr>
      </a:tcStyle>
    </a:band1V>
    <a:band2V>
      <a:tcStyle>
        <a:tcBdr>
          <a:left>
            <a:lnRef idx="1">
              <a:schemeClr val="accent6"/>
            </a:lnRef>
          </a:left>
          <a:right>
            <a:lnRef idx="1">
              <a:schemeClr val="accent6"/>
            </a:lnRef>
          </a:right>
        </a:tcBdr>
      </a:tcStyle>
    </a:band2V>
    <a:lastCol>
      <a:tcTxStyle b="on"/>
      <a:tcStyle>
        <a:tcBdr/>
      </a:tcStyle>
    </a:lastCol>
    <a:firstCol>
      <a:tcTxStyle b="on"/>
      <a:tcStyle>
        <a:tcBdr/>
      </a:tcStyle>
    </a:firstCol>
    <a:lastRow>
      <a:tcTxStyle b="on"/>
      <a:tcStyle>
        <a:tcBdr>
          <a:top>
            <a:ln w="50800" cmpd="dbl">
              <a:solidFill>
                <a:schemeClr val="accent6"/>
              </a:solidFill>
            </a:ln>
          </a:top>
        </a:tcBdr>
      </a:tcStyle>
    </a:lastRow>
    <a:firstRow>
      <a:tcTxStyle b="on">
        <a:fontRef idx="minor">
          <a:scrgbClr r="0" g="0" b="0"/>
        </a:fontRef>
        <a:schemeClr val="bg1"/>
      </a:tcTxStyle>
      <a:tcStyle>
        <a:tcBdr/>
        <a:fillRef idx="1">
          <a:schemeClr val="accent6"/>
        </a:fillRef>
      </a:tcStyle>
    </a:firstRow>
  </a:tblStyle>
  <a:tblStyle styleId="{D113A9D2-9D6B-4929-AA2D-F23B5EE8CBE7}" styleName="Themed Style 2 - Accent 1">
    <a:tblBg>
      <a:fillRef idx="3">
        <a:schemeClr val="accent1"/>
      </a:fillRef>
      <a:effectRef idx="3">
        <a:schemeClr val="accent1"/>
      </a:effectRef>
    </a:tblBg>
    <a:wholeTbl>
      <a:tcTxStyle>
        <a:fontRef idx="minor">
          <a:scrgbClr r="0" g="0" b="0"/>
        </a:fontRef>
        <a:schemeClr val="lt1"/>
      </a:tcTxStyle>
      <a:tcStyle>
        <a:tcBdr>
          <a:left>
            <a:lnRef idx="1">
              <a:schemeClr val="accent1">
                <a:tint val="50000"/>
              </a:schemeClr>
            </a:lnRef>
          </a:left>
          <a:right>
            <a:lnRef idx="1">
              <a:schemeClr val="accent1">
                <a:tint val="50000"/>
              </a:schemeClr>
            </a:lnRef>
          </a:right>
          <a:top>
            <a:lnRef idx="1">
              <a:schemeClr val="accent1">
                <a:tint val="50000"/>
              </a:schemeClr>
            </a:lnRef>
          </a:top>
          <a:bottom>
            <a:lnRef idx="1">
              <a:schemeClr val="accent1">
                <a:tint val="50000"/>
              </a:schemeClr>
            </a:lnRef>
          </a:bottom>
          <a:insideH>
            <a:ln>
              <a:noFill/>
            </a:ln>
          </a:insideH>
          <a:insideV>
            <a:ln>
              <a:noFill/>
            </a:ln>
          </a:insideV>
        </a:tcBdr>
        <a:fill>
          <a:noFill/>
        </a:fill>
      </a:tcStyle>
    </a:wholeTbl>
    <a:band1H>
      <a:tcStyle>
        <a:tcBdr/>
        <a:fill>
          <a:solidFill>
            <a:schemeClr val="lt1">
              <a:alpha val="20000"/>
            </a:schemeClr>
          </a:solidFill>
        </a:fill>
      </a:tcStyle>
    </a:band1H>
    <a:band1V>
      <a:tcStyle>
        <a:tcBdr/>
        <a:fill>
          <a:solidFill>
            <a:schemeClr val="lt1">
              <a:alpha val="20000"/>
            </a:schemeClr>
          </a:solidFill>
        </a:fill>
      </a:tcStyle>
    </a:band1V>
    <a:lastCol>
      <a:tcTxStyle b="on"/>
      <a:tcStyle>
        <a:tcBdr>
          <a:left>
            <a:lnRef idx="2">
              <a:schemeClr val="lt1"/>
            </a:lnRef>
          </a:left>
        </a:tcBdr>
      </a:tcStyle>
    </a:lastCol>
    <a:firstCol>
      <a:tcTxStyle b="on"/>
      <a:tcStyle>
        <a:tcBdr>
          <a:right>
            <a:lnRef idx="2">
              <a:schemeClr val="lt1"/>
            </a:lnRef>
          </a:right>
        </a:tcBdr>
      </a:tcStyle>
    </a:firstCol>
    <a:lastRow>
      <a:tcTxStyle b="on"/>
      <a:tcStyle>
        <a:tcBdr>
          <a:top>
            <a:lnRef idx="2">
              <a:schemeClr val="lt1"/>
            </a:lnRef>
          </a:top>
        </a:tcBdr>
        <a:fill>
          <a:noFill/>
        </a:fill>
      </a:tcStyle>
    </a:lastRow>
    <a:seCell>
      <a:tcStyle>
        <a:tcBdr>
          <a:left>
            <a:ln>
              <a:noFill/>
            </a:ln>
          </a:left>
          <a:top>
            <a:ln>
              <a:noFill/>
            </a:ln>
          </a:top>
        </a:tcBdr>
      </a:tcStyle>
    </a:seCell>
    <a:swCell>
      <a:tcStyle>
        <a:tcBdr>
          <a:right>
            <a:ln>
              <a:noFill/>
            </a:ln>
          </a:right>
          <a:top>
            <a:ln>
              <a:noFill/>
            </a:ln>
          </a:top>
        </a:tcBdr>
      </a:tcStyle>
    </a:swCell>
    <a:firstRow>
      <a:tcTxStyle b="on"/>
      <a:tcStyle>
        <a:tcBdr>
          <a:bottom>
            <a:lnRef idx="3">
              <a:schemeClr val="lt1"/>
            </a:lnRef>
          </a:bottom>
        </a:tcBdr>
        <a:fill>
          <a:noFill/>
        </a:fill>
      </a:tcStyle>
    </a:firstRow>
    <a:neCell>
      <a:tcStyle>
        <a:tcBdr>
          <a:bottom>
            <a:ln>
              <a:noFill/>
            </a:ln>
          </a:bottom>
        </a:tcBdr>
      </a:tcStyle>
    </a:neCell>
  </a:tblStyle>
  <a:tblStyle styleId="{17292A2E-F333-43FB-9621-5CBBE7FDCDCB}" styleName="Light Style 2 - Accent 4">
    <a:wholeTbl>
      <a:tcTxStyle>
        <a:fontRef idx="minor">
          <a:scrgbClr r="0" g="0" b="0"/>
        </a:fontRef>
        <a:schemeClr val="tx1"/>
      </a:tcTxStyle>
      <a:tcStyle>
        <a:tcBdr>
          <a:left>
            <a:lnRef idx="1">
              <a:schemeClr val="accent4"/>
            </a:lnRef>
          </a:left>
          <a:right>
            <a:lnRef idx="1">
              <a:schemeClr val="accent4"/>
            </a:lnRef>
          </a:right>
          <a:top>
            <a:lnRef idx="1">
              <a:schemeClr val="accent4"/>
            </a:lnRef>
          </a:top>
          <a:bottom>
            <a:lnRef idx="1">
              <a:schemeClr val="accent4"/>
            </a:lnRef>
          </a:bottom>
          <a:insideH>
            <a:ln>
              <a:noFill/>
            </a:ln>
          </a:insideH>
          <a:insideV>
            <a:ln>
              <a:noFill/>
            </a:ln>
          </a:insideV>
        </a:tcBdr>
        <a:fill>
          <a:noFill/>
        </a:fill>
      </a:tcStyle>
    </a:wholeTbl>
    <a:band1H>
      <a:tcStyle>
        <a:tcBdr>
          <a:top>
            <a:lnRef idx="1">
              <a:schemeClr val="accent4"/>
            </a:lnRef>
          </a:top>
          <a:bottom>
            <a:lnRef idx="1">
              <a:schemeClr val="accent4"/>
            </a:lnRef>
          </a:bottom>
        </a:tcBdr>
      </a:tcStyle>
    </a:band1H>
    <a:band1V>
      <a:tcStyle>
        <a:tcBdr>
          <a:left>
            <a:lnRef idx="1">
              <a:schemeClr val="accent4"/>
            </a:lnRef>
          </a:left>
          <a:right>
            <a:lnRef idx="1">
              <a:schemeClr val="accent4"/>
            </a:lnRef>
          </a:right>
        </a:tcBdr>
      </a:tcStyle>
    </a:band1V>
    <a:band2V>
      <a:tcStyle>
        <a:tcBdr>
          <a:left>
            <a:lnRef idx="1">
              <a:schemeClr val="accent4"/>
            </a:lnRef>
          </a:left>
          <a:right>
            <a:lnRef idx="1">
              <a:schemeClr val="accent4"/>
            </a:lnRef>
          </a:right>
        </a:tcBdr>
      </a:tcStyle>
    </a:band2V>
    <a:lastCol>
      <a:tcTxStyle b="on"/>
      <a:tcStyle>
        <a:tcBdr/>
      </a:tcStyle>
    </a:lastCol>
    <a:firstCol>
      <a:tcTxStyle b="on"/>
      <a:tcStyle>
        <a:tcBdr/>
      </a:tcStyle>
    </a:firstCol>
    <a:lastRow>
      <a:tcTxStyle b="on"/>
      <a:tcStyle>
        <a:tcBdr>
          <a:top>
            <a:ln w="50800" cmpd="dbl">
              <a:solidFill>
                <a:schemeClr val="accent4"/>
              </a:solidFill>
            </a:ln>
          </a:top>
        </a:tcBdr>
      </a:tcStyle>
    </a:lastRow>
    <a:firstRow>
      <a:tcTxStyle b="on">
        <a:fontRef idx="minor">
          <a:scrgbClr r="0" g="0" b="0"/>
        </a:fontRef>
        <a:schemeClr val="bg1"/>
      </a:tcTxStyle>
      <a:tcStyle>
        <a:tcBdr/>
        <a:fillRef idx="1">
          <a:schemeClr val="accent4"/>
        </a:fillRef>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9303"/>
    <p:restoredTop sz="94660"/>
  </p:normalViewPr>
  <p:slideViewPr>
    <p:cSldViewPr snapToGrid="0">
      <p:cViewPr varScale="1">
        <p:scale>
          <a:sx n="105" d="100"/>
          <a:sy n="105" d="100"/>
        </p:scale>
        <p:origin x="1158" y="96"/>
      </p:cViewPr>
      <p:guideLst/>
    </p:cSldViewPr>
  </p:slideViewPr>
  <p:notesTextViewPr>
    <p:cViewPr>
      <p:scale>
        <a:sx n="1" d="1"/>
        <a:sy n="1" d="1"/>
      </p:scale>
      <p:origin x="0" y="0"/>
    </p:cViewPr>
  </p:notesTextViewPr>
  <p:sorterViewPr>
    <p:cViewPr>
      <p:scale>
        <a:sx n="100" d="100"/>
        <a:sy n="100" d="100"/>
      </p:scale>
      <p:origin x="0" y="-1972"/>
    </p:cViewPr>
  </p:sorterViewPr>
  <p:notesViewPr>
    <p:cSldViewPr snapToGrid="0">
      <p:cViewPr varScale="1">
        <p:scale>
          <a:sx n="66" d="100"/>
          <a:sy n="66" d="100"/>
        </p:scale>
        <p:origin x="0" y="0"/>
      </p:cViewPr>
      <p:guideLst/>
    </p:cSldViewPr>
  </p:notes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slide" Target="slides/slide9.xml"/><Relationship Id="rId18" Type="http://schemas.openxmlformats.org/officeDocument/2006/relationships/notesMaster" Target="notesMasters/notesMaster1.xml"/><Relationship Id="rId3" Type="http://schemas.openxmlformats.org/officeDocument/2006/relationships/customXml" Target="../customXml/item3.xml"/><Relationship Id="rId21" Type="http://schemas.openxmlformats.org/officeDocument/2006/relationships/viewProps" Target="viewProps.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slide" Target="slides/slide13.xml"/><Relationship Id="rId2" Type="http://schemas.openxmlformats.org/officeDocument/2006/relationships/customXml" Target="../customXml/item2.xml"/><Relationship Id="rId16" Type="http://schemas.openxmlformats.org/officeDocument/2006/relationships/slide" Target="slides/slide12.xml"/><Relationship Id="rId20" Type="http://schemas.openxmlformats.org/officeDocument/2006/relationships/presProps" Target="presProps.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24" Type="http://schemas.microsoft.com/office/2018/10/relationships/authors" Target="authors.xml"/><Relationship Id="rId5" Type="http://schemas.openxmlformats.org/officeDocument/2006/relationships/slide" Target="slides/slide1.xml"/><Relationship Id="rId15" Type="http://schemas.openxmlformats.org/officeDocument/2006/relationships/slide" Target="slides/slide11.xml"/><Relationship Id="rId23" Type="http://schemas.openxmlformats.org/officeDocument/2006/relationships/tableStyles" Target="tableStyles.xml"/><Relationship Id="rId10" Type="http://schemas.openxmlformats.org/officeDocument/2006/relationships/slide" Target="slides/slide6.xml"/><Relationship Id="rId19" Type="http://schemas.openxmlformats.org/officeDocument/2006/relationships/handoutMaster" Target="handoutMasters/handoutMaster1.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theme" Target="theme/theme1.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64198972-73C8-9327-0850-18A64251345A}"/>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dirty="0"/>
          </a:p>
        </p:txBody>
      </p:sp>
      <p:sp>
        <p:nvSpPr>
          <p:cNvPr id="3" name="Date Placeholder 2">
            <a:extLst>
              <a:ext uri="{FF2B5EF4-FFF2-40B4-BE49-F238E27FC236}">
                <a16:creationId xmlns:a16="http://schemas.microsoft.com/office/drawing/2014/main" id="{2955A2EB-01C3-20E0-FF45-07CCC86724F5}"/>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D5D1EC30-5B0B-48D0-A1A8-66A96720DF24}" type="datetimeFigureOut">
              <a:rPr lang="en-US" smtClean="0"/>
              <a:t>7/28/2026</a:t>
            </a:fld>
            <a:endParaRPr lang="en-US" dirty="0"/>
          </a:p>
        </p:txBody>
      </p:sp>
      <p:sp>
        <p:nvSpPr>
          <p:cNvPr id="4" name="Footer Placeholder 3">
            <a:extLst>
              <a:ext uri="{FF2B5EF4-FFF2-40B4-BE49-F238E27FC236}">
                <a16:creationId xmlns:a16="http://schemas.microsoft.com/office/drawing/2014/main" id="{91C50A84-CDF8-9D1C-7599-D1B543581C0F}"/>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dirty="0"/>
          </a:p>
        </p:txBody>
      </p:sp>
      <p:sp>
        <p:nvSpPr>
          <p:cNvPr id="5" name="Slide Number Placeholder 4">
            <a:extLst>
              <a:ext uri="{FF2B5EF4-FFF2-40B4-BE49-F238E27FC236}">
                <a16:creationId xmlns:a16="http://schemas.microsoft.com/office/drawing/2014/main" id="{1BAAFBD2-1F7B-DB18-5994-6D22C6743F9C}"/>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2B8FBFCE-2205-4B9C-81E5-532E0690D8C1}" type="slidenum">
              <a:rPr lang="en-US" smtClean="0"/>
              <a:t>‹#›</a:t>
            </a:fld>
            <a:endParaRPr lang="en-US" dirty="0"/>
          </a:p>
        </p:txBody>
      </p:sp>
    </p:spTree>
    <p:extLst>
      <p:ext uri="{BB962C8B-B14F-4D97-AF65-F5344CB8AC3E}">
        <p14:creationId xmlns:p14="http://schemas.microsoft.com/office/powerpoint/2010/main" val="1178731193"/>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dirty="0"/>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69F68A4D-42A7-45F7-9930-00E8DCB48D7E}" type="datetimeFigureOut">
              <a:rPr lang="en-US" smtClean="0"/>
              <a:t>7/28/2026</a:t>
            </a:fld>
            <a:endParaRPr lang="en-US" dirty="0"/>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dirty="0"/>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dirty="0"/>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BFDD6F49-EBB7-4CCF-97A8-E526BB28BB69}" type="slidenum">
              <a:rPr lang="en-US" smtClean="0"/>
              <a:t>‹#›</a:t>
            </a:fld>
            <a:endParaRPr lang="en-US" dirty="0"/>
          </a:p>
        </p:txBody>
      </p:sp>
    </p:spTree>
    <p:extLst>
      <p:ext uri="{BB962C8B-B14F-4D97-AF65-F5344CB8AC3E}">
        <p14:creationId xmlns:p14="http://schemas.microsoft.com/office/powerpoint/2010/main" val="278719360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Hello</a:t>
            </a:r>
            <a:r>
              <a:rPr lang="en-US" dirty="0"/>
              <a:t> everyone. My name is Saad, and today I’m presenting my Diamonds Predictor Application. This project uses machine learning to predict diamond prices, classify diamond clarity, segment customers, and provide an AI assistant for diamond analysis. It’s a complete end‑to‑end data science project.”</a:t>
            </a:r>
          </a:p>
        </p:txBody>
      </p:sp>
      <p:sp>
        <p:nvSpPr>
          <p:cNvPr id="4" name="Slide Number Placeholder 3"/>
          <p:cNvSpPr>
            <a:spLocks noGrp="1"/>
          </p:cNvSpPr>
          <p:nvPr>
            <p:ph type="sldNum" sz="quarter" idx="5"/>
          </p:nvPr>
        </p:nvSpPr>
        <p:spPr/>
        <p:txBody>
          <a:bodyPr/>
          <a:lstStyle/>
          <a:p>
            <a:fld id="{BFDD6F49-EBB7-4CCF-97A8-E526BB28BB69}" type="slidenum">
              <a:rPr lang="en-US" smtClean="0"/>
              <a:t>1</a:t>
            </a:fld>
            <a:endParaRPr lang="en-US" dirty="0"/>
          </a:p>
        </p:txBody>
      </p:sp>
    </p:spTree>
    <p:extLst>
      <p:ext uri="{BB962C8B-B14F-4D97-AF65-F5344CB8AC3E}">
        <p14:creationId xmlns:p14="http://schemas.microsoft.com/office/powerpoint/2010/main" val="327529644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The diamond industry faces three major challenges: First, pricing diamonds accurately is difficult because many features influence price. Second, clarity grading requires expert knowledge and is time‑consuming. Third, customers vary widely in budget and preferences, so segmentation is important. My project solves all three problems using machine learning.”</a:t>
            </a:r>
          </a:p>
        </p:txBody>
      </p:sp>
      <p:sp>
        <p:nvSpPr>
          <p:cNvPr id="4" name="Slide Number Placeholder 3"/>
          <p:cNvSpPr>
            <a:spLocks noGrp="1"/>
          </p:cNvSpPr>
          <p:nvPr>
            <p:ph type="sldNum" sz="quarter" idx="5"/>
          </p:nvPr>
        </p:nvSpPr>
        <p:spPr/>
        <p:txBody>
          <a:bodyPr/>
          <a:lstStyle/>
          <a:p>
            <a:fld id="{BFDD6F49-EBB7-4CCF-97A8-E526BB28BB69}" type="slidenum">
              <a:rPr lang="en-US" smtClean="0"/>
              <a:t>2</a:t>
            </a:fld>
            <a:endParaRPr lang="en-US" dirty="0"/>
          </a:p>
        </p:txBody>
      </p:sp>
    </p:spTree>
    <p:extLst>
      <p:ext uri="{BB962C8B-B14F-4D97-AF65-F5344CB8AC3E}">
        <p14:creationId xmlns:p14="http://schemas.microsoft.com/office/powerpoint/2010/main" val="4020929747"/>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I used the Diamonds dataset from Kaggle, which contains over fifty‑three thousand rows. It includes numeric features like carat and price, and categorical features like cut, color, and clarity. This dataset is widely used in ML research and represents real diamond market data.</a:t>
            </a:r>
          </a:p>
        </p:txBody>
      </p:sp>
      <p:sp>
        <p:nvSpPr>
          <p:cNvPr id="4" name="Slide Number Placeholder 3"/>
          <p:cNvSpPr>
            <a:spLocks noGrp="1"/>
          </p:cNvSpPr>
          <p:nvPr>
            <p:ph type="sldNum" sz="quarter" idx="5"/>
          </p:nvPr>
        </p:nvSpPr>
        <p:spPr/>
        <p:txBody>
          <a:bodyPr/>
          <a:lstStyle/>
          <a:p>
            <a:fld id="{BFDD6F49-EBB7-4CCF-97A8-E526BB28BB69}" type="slidenum">
              <a:rPr lang="en-US" smtClean="0"/>
              <a:t>3</a:t>
            </a:fld>
            <a:endParaRPr lang="en-US" dirty="0"/>
          </a:p>
        </p:txBody>
      </p:sp>
    </p:spTree>
    <p:extLst>
      <p:ext uri="{BB962C8B-B14F-4D97-AF65-F5344CB8AC3E}">
        <p14:creationId xmlns:p14="http://schemas.microsoft.com/office/powerpoint/2010/main" val="3122920583"/>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E5AF5BD-1180-F811-2C41-CC0166536FF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5541563-C87F-8A4D-69BB-16DB767B6ED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28E403A-97A4-7136-4940-23FAC7EA45A1}"/>
              </a:ext>
            </a:extLst>
          </p:cNvPr>
          <p:cNvSpPr>
            <a:spLocks noGrp="1"/>
          </p:cNvSpPr>
          <p:nvPr>
            <p:ph type="body" idx="1"/>
          </p:nvPr>
        </p:nvSpPr>
        <p:spPr/>
        <p:txBody>
          <a:bodyPr/>
          <a:lstStyle/>
          <a:p>
            <a:r>
              <a:rPr lang="en-US"/>
              <a:t>I used the Diamonds dataset from Kaggle, which contains over fifty‑three thousand rows. It includes numeric features like carat and price, and categorical features like cut, color, and clarity. This dataset is widely used in ML research and represents real diamond market data.</a:t>
            </a:r>
          </a:p>
        </p:txBody>
      </p:sp>
      <p:sp>
        <p:nvSpPr>
          <p:cNvPr id="4" name="Slide Number Placeholder 3">
            <a:extLst>
              <a:ext uri="{FF2B5EF4-FFF2-40B4-BE49-F238E27FC236}">
                <a16:creationId xmlns:a16="http://schemas.microsoft.com/office/drawing/2014/main" id="{760BE633-8C0A-8E6E-838C-754D0ACB4B37}"/>
              </a:ext>
            </a:extLst>
          </p:cNvPr>
          <p:cNvSpPr>
            <a:spLocks noGrp="1"/>
          </p:cNvSpPr>
          <p:nvPr>
            <p:ph type="sldNum" sz="quarter" idx="5"/>
          </p:nvPr>
        </p:nvSpPr>
        <p:spPr/>
        <p:txBody>
          <a:bodyPr/>
          <a:lstStyle/>
          <a:p>
            <a:fld id="{BFDD6F49-EBB7-4CCF-97A8-E526BB28BB69}" type="slidenum">
              <a:rPr lang="en-US" smtClean="0"/>
              <a:t>4</a:t>
            </a:fld>
            <a:endParaRPr lang="en-US" dirty="0"/>
          </a:p>
        </p:txBody>
      </p:sp>
    </p:spTree>
    <p:extLst>
      <p:ext uri="{BB962C8B-B14F-4D97-AF65-F5344CB8AC3E}">
        <p14:creationId xmlns:p14="http://schemas.microsoft.com/office/powerpoint/2010/main" val="1945321219"/>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prepare the data, I removed duplicates and physically impossible rows. I encoded categorical features using One‑Hot Encoding and scaled numeric features using </a:t>
            </a:r>
            <a:r>
              <a:rPr lang="en-US" dirty="0" err="1"/>
              <a:t>StandardScaler</a:t>
            </a:r>
            <a:r>
              <a:rPr lang="en-US" dirty="0"/>
              <a:t>. Finally, I split the dataset into training and testing sets. This ensures the models learn from clean, consistent data.</a:t>
            </a:r>
          </a:p>
        </p:txBody>
      </p:sp>
      <p:sp>
        <p:nvSpPr>
          <p:cNvPr id="4" name="Slide Number Placeholder 3"/>
          <p:cNvSpPr>
            <a:spLocks noGrp="1"/>
          </p:cNvSpPr>
          <p:nvPr>
            <p:ph type="sldNum" sz="quarter" idx="5"/>
          </p:nvPr>
        </p:nvSpPr>
        <p:spPr/>
        <p:txBody>
          <a:bodyPr/>
          <a:lstStyle/>
          <a:p>
            <a:fld id="{BFDD6F49-EBB7-4CCF-97A8-E526BB28BB69}" type="slidenum">
              <a:rPr lang="en-US" smtClean="0"/>
              <a:t>5</a:t>
            </a:fld>
            <a:endParaRPr lang="en-US" dirty="0"/>
          </a:p>
        </p:txBody>
      </p:sp>
    </p:spTree>
    <p:extLst>
      <p:ext uri="{BB962C8B-B14F-4D97-AF65-F5344CB8AC3E}">
        <p14:creationId xmlns:p14="http://schemas.microsoft.com/office/powerpoint/2010/main" val="1817674476"/>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For price prediction, I built an Artificial Neural Network with two hidden layers. The model was evaluated using MAE, MSE, RMSE, and R². The results showed strong predictive accuracy, meaning the model can estimate diamond prices effectively.</a:t>
            </a:r>
          </a:p>
        </p:txBody>
      </p:sp>
      <p:sp>
        <p:nvSpPr>
          <p:cNvPr id="4" name="Slide Number Placeholder 3"/>
          <p:cNvSpPr>
            <a:spLocks noGrp="1"/>
          </p:cNvSpPr>
          <p:nvPr>
            <p:ph type="sldNum" sz="quarter" idx="5"/>
          </p:nvPr>
        </p:nvSpPr>
        <p:spPr/>
        <p:txBody>
          <a:bodyPr/>
          <a:lstStyle/>
          <a:p>
            <a:fld id="{BFDD6F49-EBB7-4CCF-97A8-E526BB28BB69}" type="slidenum">
              <a:rPr lang="en-US" smtClean="0"/>
              <a:t>6</a:t>
            </a:fld>
            <a:endParaRPr lang="en-US" dirty="0"/>
          </a:p>
        </p:txBody>
      </p:sp>
    </p:spTree>
    <p:extLst>
      <p:ext uri="{BB962C8B-B14F-4D97-AF65-F5344CB8AC3E}">
        <p14:creationId xmlns:p14="http://schemas.microsoft.com/office/powerpoint/2010/main" val="1106268563"/>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BDCF505-CBF7-C40C-A4CC-2AA979CE1AF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6ABCE19-4FA9-DB52-8AFE-5D9D34AB078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162DECE-FBFA-9C2C-F77A-33A8F609E36D}"/>
              </a:ext>
            </a:extLst>
          </p:cNvPr>
          <p:cNvSpPr>
            <a:spLocks noGrp="1"/>
          </p:cNvSpPr>
          <p:nvPr>
            <p:ph type="body" idx="1"/>
          </p:nvPr>
        </p:nvSpPr>
        <p:spPr/>
        <p:txBody>
          <a:bodyPr/>
          <a:lstStyle/>
          <a:p>
            <a:r>
              <a:rPr lang="en-US"/>
              <a:t>For clarity prediction, I built another ANN classifier. It predicts clarity categories such as SI1, VS2, and IF. The model achieved good accuracy and strong precision and recall across most classes. This shows the model learned clarity patterns well.</a:t>
            </a:r>
          </a:p>
        </p:txBody>
      </p:sp>
      <p:sp>
        <p:nvSpPr>
          <p:cNvPr id="4" name="Slide Number Placeholder 3">
            <a:extLst>
              <a:ext uri="{FF2B5EF4-FFF2-40B4-BE49-F238E27FC236}">
                <a16:creationId xmlns:a16="http://schemas.microsoft.com/office/drawing/2014/main" id="{74603CAA-DB33-A4EE-EB6B-3C80A053D692}"/>
              </a:ext>
            </a:extLst>
          </p:cNvPr>
          <p:cNvSpPr>
            <a:spLocks noGrp="1"/>
          </p:cNvSpPr>
          <p:nvPr>
            <p:ph type="sldNum" sz="quarter" idx="5"/>
          </p:nvPr>
        </p:nvSpPr>
        <p:spPr/>
        <p:txBody>
          <a:bodyPr/>
          <a:lstStyle/>
          <a:p>
            <a:fld id="{BFDD6F49-EBB7-4CCF-97A8-E526BB28BB69}" type="slidenum">
              <a:rPr lang="en-US" smtClean="0"/>
              <a:t>7</a:t>
            </a:fld>
            <a:endParaRPr lang="en-US" dirty="0"/>
          </a:p>
        </p:txBody>
      </p:sp>
    </p:spTree>
    <p:extLst>
      <p:ext uri="{BB962C8B-B14F-4D97-AF65-F5344CB8AC3E}">
        <p14:creationId xmlns:p14="http://schemas.microsoft.com/office/powerpoint/2010/main" val="4179889922"/>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CEC81E6-0FB3-5D32-46B4-B1C2DEE28B8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F773797-F2D5-4160-3B6E-7459C1CB382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27F8F98-0CC0-9449-8398-A76F5CB2793B}"/>
              </a:ext>
            </a:extLst>
          </p:cNvPr>
          <p:cNvSpPr>
            <a:spLocks noGrp="1"/>
          </p:cNvSpPr>
          <p:nvPr>
            <p:ph type="body" idx="1"/>
          </p:nvPr>
        </p:nvSpPr>
        <p:spPr/>
        <p:txBody>
          <a:bodyPr/>
          <a:lstStyle/>
          <a:p>
            <a:r>
              <a:rPr lang="en-US" dirty="0"/>
              <a:t>I applied KMeans clustering to segment diamonds into meaningful groups. Using scaled numeric features and price, the model produced four clear clusters. These clusters represent luxury diamonds, mid‑tier diamonds, budget diamonds, and diamonds with unusual proportions. The silhouette score confirmed good separation between clusters.</a:t>
            </a:r>
          </a:p>
        </p:txBody>
      </p:sp>
      <p:sp>
        <p:nvSpPr>
          <p:cNvPr id="4" name="Slide Number Placeholder 3">
            <a:extLst>
              <a:ext uri="{FF2B5EF4-FFF2-40B4-BE49-F238E27FC236}">
                <a16:creationId xmlns:a16="http://schemas.microsoft.com/office/drawing/2014/main" id="{800114D8-2859-ADCE-8250-19B4B3B07D32}"/>
              </a:ext>
            </a:extLst>
          </p:cNvPr>
          <p:cNvSpPr>
            <a:spLocks noGrp="1"/>
          </p:cNvSpPr>
          <p:nvPr>
            <p:ph type="sldNum" sz="quarter" idx="5"/>
          </p:nvPr>
        </p:nvSpPr>
        <p:spPr/>
        <p:txBody>
          <a:bodyPr/>
          <a:lstStyle/>
          <a:p>
            <a:fld id="{BFDD6F49-EBB7-4CCF-97A8-E526BB28BB69}" type="slidenum">
              <a:rPr lang="en-US" smtClean="0"/>
              <a:t>8</a:t>
            </a:fld>
            <a:endParaRPr lang="en-US" dirty="0"/>
          </a:p>
        </p:txBody>
      </p:sp>
    </p:spTree>
    <p:extLst>
      <p:ext uri="{BB962C8B-B14F-4D97-AF65-F5344CB8AC3E}">
        <p14:creationId xmlns:p14="http://schemas.microsoft.com/office/powerpoint/2010/main" val="2956765100"/>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I also built an AI assistant that allows users to search the dataset using natural language. For example, users can ask for ‘expensive diamonds’ or ‘large premium diamonds.’ The assistant filters the dataset and explains the results like a human expert. This adds intelligence and usability to the system.</a:t>
            </a:r>
          </a:p>
        </p:txBody>
      </p:sp>
      <p:sp>
        <p:nvSpPr>
          <p:cNvPr id="4" name="Slide Number Placeholder 3"/>
          <p:cNvSpPr>
            <a:spLocks noGrp="1"/>
          </p:cNvSpPr>
          <p:nvPr>
            <p:ph type="sldNum" sz="quarter" idx="5"/>
          </p:nvPr>
        </p:nvSpPr>
        <p:spPr/>
        <p:txBody>
          <a:bodyPr/>
          <a:lstStyle/>
          <a:p>
            <a:fld id="{BFDD6F49-EBB7-4CCF-97A8-E526BB28BB69}" type="slidenum">
              <a:rPr lang="en-US" smtClean="0"/>
              <a:t>9</a:t>
            </a:fld>
            <a:endParaRPr lang="en-US" dirty="0"/>
          </a:p>
        </p:txBody>
      </p:sp>
    </p:spTree>
    <p:extLst>
      <p:ext uri="{BB962C8B-B14F-4D97-AF65-F5344CB8AC3E}">
        <p14:creationId xmlns:p14="http://schemas.microsoft.com/office/powerpoint/2010/main" val="3787595145"/>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conclusion, this project demonstrates a full end‑to‑end machine learning solution for the diamond industry. It predicts prices, grades clarity, segments customers, and provides an AI assistant. In the future, I can improve the models using </a:t>
            </a:r>
            <a:r>
              <a:rPr lang="en-US" dirty="0" err="1"/>
              <a:t>XGBoost</a:t>
            </a:r>
            <a:r>
              <a:rPr lang="en-US" dirty="0"/>
              <a:t> or CNNs, deploy the app on </a:t>
            </a:r>
            <a:r>
              <a:rPr lang="en-US" dirty="0" err="1"/>
              <a:t>HuggingFace</a:t>
            </a:r>
            <a:r>
              <a:rPr lang="en-US" dirty="0"/>
              <a:t> Spaces, and add a recommendation system or real‑time pricing API. Thank you.</a:t>
            </a:r>
          </a:p>
        </p:txBody>
      </p:sp>
      <p:sp>
        <p:nvSpPr>
          <p:cNvPr id="4" name="Slide Number Placeholder 3"/>
          <p:cNvSpPr>
            <a:spLocks noGrp="1"/>
          </p:cNvSpPr>
          <p:nvPr>
            <p:ph type="sldNum" sz="quarter" idx="5"/>
          </p:nvPr>
        </p:nvSpPr>
        <p:spPr/>
        <p:txBody>
          <a:bodyPr/>
          <a:lstStyle/>
          <a:p>
            <a:fld id="{BFDD6F49-EBB7-4CCF-97A8-E526BB28BB69}" type="slidenum">
              <a:rPr lang="en-US" smtClean="0"/>
              <a:t>12</a:t>
            </a:fld>
            <a:endParaRPr lang="en-US" dirty="0"/>
          </a:p>
        </p:txBody>
      </p:sp>
    </p:spTree>
    <p:extLst>
      <p:ext uri="{BB962C8B-B14F-4D97-AF65-F5344CB8AC3E}">
        <p14:creationId xmlns:p14="http://schemas.microsoft.com/office/powerpoint/2010/main" val="2474932"/>
      </p:ext>
    </p:extLst>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2.jp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2.jp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2" Type="http://schemas.openxmlformats.org/officeDocument/2006/relationships/image" Target="../media/image3.jpg"/><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2" Type="http://schemas.openxmlformats.org/officeDocument/2006/relationships/image" Target="../media/image4.jpg"/><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2" Type="http://schemas.openxmlformats.org/officeDocument/2006/relationships/image" Target="../media/image4.jpg"/><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2" Type="http://schemas.openxmlformats.org/officeDocument/2006/relationships/image" Target="../media/image5.jpg"/><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2" Type="http://schemas.openxmlformats.org/officeDocument/2006/relationships/image" Target="../media/image5.jpg"/><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2" Type="http://schemas.openxmlformats.org/officeDocument/2006/relationships/image" Target="../media/image3.jpg"/><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2" Type="http://schemas.openxmlformats.org/officeDocument/2006/relationships/image" Target="../media/image6.jpg"/><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2" Type="http://schemas.openxmlformats.org/officeDocument/2006/relationships/image" Target="../media/image6.jpg"/><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2" Type="http://schemas.openxmlformats.org/officeDocument/2006/relationships/image" Target="../media/image6.jpg"/><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2" Type="http://schemas.openxmlformats.org/officeDocument/2006/relationships/image" Target="../media/image7.jpg"/><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2" Type="http://schemas.openxmlformats.org/officeDocument/2006/relationships/image" Target="../media/image8.jpg"/><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2" Type="http://schemas.openxmlformats.org/officeDocument/2006/relationships/image" Target="../media/image7.jpg"/><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2" Type="http://schemas.openxmlformats.org/officeDocument/2006/relationships/image" Target="../media/image9.jpg"/><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2" Type="http://schemas.openxmlformats.org/officeDocument/2006/relationships/image" Target="../media/image10.jpg"/><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2" Type="http://schemas.openxmlformats.org/officeDocument/2006/relationships/image" Target="../media/image10.jpg"/><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2" Type="http://schemas.openxmlformats.org/officeDocument/2006/relationships/image" Target="../media/image11.jpg"/><Relationship Id="rId1"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Id2" Type="http://schemas.openxmlformats.org/officeDocument/2006/relationships/image" Target="../media/image12.jpg"/><Relationship Id="rId1" Type="http://schemas.openxmlformats.org/officeDocument/2006/relationships/slideMaster" Target="../slideMasters/slideMaster1.xml"/></Relationships>
</file>

<file path=ppt/slideLayouts/_rels/slideLayout32.xml.rels><?xml version="1.0" encoding="UTF-8" standalone="yes"?>
<Relationships xmlns="http://schemas.openxmlformats.org/package/2006/relationships"><Relationship Id="rId2" Type="http://schemas.openxmlformats.org/officeDocument/2006/relationships/image" Target="../media/image13.jpg"/><Relationship Id="rId1" Type="http://schemas.openxmlformats.org/officeDocument/2006/relationships/slideMaster" Target="../slideMasters/slideMaster1.xml"/></Relationships>
</file>

<file path=ppt/slideLayouts/_rels/slideLayout33.xml.rels><?xml version="1.0" encoding="UTF-8" standalone="yes"?>
<Relationships xmlns="http://schemas.openxmlformats.org/package/2006/relationships"><Relationship Id="rId2" Type="http://schemas.openxmlformats.org/officeDocument/2006/relationships/image" Target="../media/image4.jpg"/><Relationship Id="rId1" Type="http://schemas.openxmlformats.org/officeDocument/2006/relationships/slideMaster" Target="../slideMasters/slideMaster1.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8.xml.rels><?xml version="1.0" encoding="UTF-8" standalone="yes"?>
<Relationships xmlns="http://schemas.openxmlformats.org/package/2006/relationships"><Relationship Id="rId2" Type="http://schemas.openxmlformats.org/officeDocument/2006/relationships/image" Target="../media/image13.jpg"/><Relationship Id="rId1" Type="http://schemas.openxmlformats.org/officeDocument/2006/relationships/slideMaster" Target="../slideMasters/slideMaster1.xml"/></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Title with Pictur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336E9A-8E96-CD8C-7598-F87632CD81CF}"/>
              </a:ext>
            </a:extLst>
          </p:cNvPr>
          <p:cNvSpPr>
            <a:spLocks noGrp="1"/>
          </p:cNvSpPr>
          <p:nvPr>
            <p:ph type="ctrTitle"/>
          </p:nvPr>
        </p:nvSpPr>
        <p:spPr>
          <a:xfrm>
            <a:off x="598327" y="5096040"/>
            <a:ext cx="10963051" cy="761201"/>
          </a:xfrm>
        </p:spPr>
        <p:txBody>
          <a:bodyPr anchor="b">
            <a:normAutofit/>
          </a:bodyPr>
          <a:lstStyle>
            <a:lvl1pPr algn="l">
              <a:defRPr sz="4000"/>
            </a:lvl1pPr>
          </a:lstStyle>
          <a:p>
            <a:r>
              <a:rPr lang="en-US" dirty="0"/>
              <a:t>Click to edit Master title style</a:t>
            </a:r>
          </a:p>
        </p:txBody>
      </p:sp>
      <p:sp>
        <p:nvSpPr>
          <p:cNvPr id="3" name="Subtitle 2">
            <a:extLst>
              <a:ext uri="{FF2B5EF4-FFF2-40B4-BE49-F238E27FC236}">
                <a16:creationId xmlns:a16="http://schemas.microsoft.com/office/drawing/2014/main" id="{2BDC76B8-60F6-62D3-9F73-E81662203017}"/>
              </a:ext>
            </a:extLst>
          </p:cNvPr>
          <p:cNvSpPr>
            <a:spLocks noGrp="1"/>
          </p:cNvSpPr>
          <p:nvPr>
            <p:ph type="subTitle" idx="1"/>
          </p:nvPr>
        </p:nvSpPr>
        <p:spPr>
          <a:xfrm>
            <a:off x="598328" y="5972629"/>
            <a:ext cx="10963050" cy="519884"/>
          </a:xfrm>
        </p:spPr>
        <p:txBody>
          <a:bodyPr anchor="t">
            <a:normAutofit/>
          </a:bodyPr>
          <a:lstStyle>
            <a:lvl1pPr marL="0" indent="0" algn="l">
              <a:buNone/>
              <a:defRPr sz="16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Click to edit Master subtitle style</a:t>
            </a:r>
          </a:p>
        </p:txBody>
      </p:sp>
      <p:cxnSp>
        <p:nvCxnSpPr>
          <p:cNvPr id="4" name="Straight Connector 3">
            <a:extLst>
              <a:ext uri="{FF2B5EF4-FFF2-40B4-BE49-F238E27FC236}">
                <a16:creationId xmlns:a16="http://schemas.microsoft.com/office/drawing/2014/main" id="{E2615D95-4353-B9DA-619F-62F51763C54C}"/>
              </a:ext>
            </a:extLst>
          </p:cNvPr>
          <p:cNvCxnSpPr>
            <a:cxnSpLocks/>
          </p:cNvCxnSpPr>
          <p:nvPr/>
        </p:nvCxnSpPr>
        <p:spPr>
          <a:xfrm>
            <a:off x="429793" y="0"/>
            <a:ext cx="0" cy="6858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8" name="Footer Placeholder 7">
            <a:extLst>
              <a:ext uri="{FF2B5EF4-FFF2-40B4-BE49-F238E27FC236}">
                <a16:creationId xmlns:a16="http://schemas.microsoft.com/office/drawing/2014/main" id="{1B5B8C48-05E9-5280-3F6A-22F8BCBB477E}"/>
              </a:ext>
            </a:extLst>
          </p:cNvPr>
          <p:cNvSpPr>
            <a:spLocks noGrp="1"/>
          </p:cNvSpPr>
          <p:nvPr>
            <p:ph type="ftr" sz="quarter" idx="15"/>
          </p:nvPr>
        </p:nvSpPr>
        <p:spPr/>
        <p:txBody>
          <a:bodyPr/>
          <a:lstStyle/>
          <a:p>
            <a:r>
              <a:rPr lang="en-US" dirty="0"/>
              <a:t>GROWTH MARKETING PLAN</a:t>
            </a:r>
          </a:p>
        </p:txBody>
      </p:sp>
      <p:sp>
        <p:nvSpPr>
          <p:cNvPr id="7" name="Date Placeholder 6">
            <a:extLst>
              <a:ext uri="{FF2B5EF4-FFF2-40B4-BE49-F238E27FC236}">
                <a16:creationId xmlns:a16="http://schemas.microsoft.com/office/drawing/2014/main" id="{1AA6C9C7-A264-237A-7F3C-46E6A7A9646D}"/>
              </a:ext>
            </a:extLst>
          </p:cNvPr>
          <p:cNvSpPr>
            <a:spLocks noGrp="1"/>
          </p:cNvSpPr>
          <p:nvPr>
            <p:ph type="dt" sz="half" idx="14"/>
          </p:nvPr>
        </p:nvSpPr>
        <p:spPr/>
        <p:txBody>
          <a:bodyPr/>
          <a:lstStyle/>
          <a:p>
            <a:fld id="{9DE1B49B-C7C7-46C5-86D1-04B289EB7888}" type="datetime1">
              <a:rPr lang="en-US" smtClean="0"/>
              <a:t>7/28/2026</a:t>
            </a:fld>
            <a:endParaRPr lang="en-US" dirty="0"/>
          </a:p>
        </p:txBody>
      </p:sp>
      <p:sp>
        <p:nvSpPr>
          <p:cNvPr id="9" name="Slide Number Placeholder 8">
            <a:extLst>
              <a:ext uri="{FF2B5EF4-FFF2-40B4-BE49-F238E27FC236}">
                <a16:creationId xmlns:a16="http://schemas.microsoft.com/office/drawing/2014/main" id="{47BC820F-C031-6832-5CA0-B972903E0D5F}"/>
              </a:ext>
            </a:extLst>
          </p:cNvPr>
          <p:cNvSpPr>
            <a:spLocks noGrp="1"/>
          </p:cNvSpPr>
          <p:nvPr>
            <p:ph type="sldNum" sz="quarter" idx="16"/>
          </p:nvPr>
        </p:nvSpPr>
        <p:spPr/>
        <p:txBody>
          <a:bodyPr/>
          <a:lstStyle/>
          <a:p>
            <a:fld id="{CC057153-B650-4DEB-B370-79DDCFDCE934}" type="slidenum">
              <a:rPr lang="en-US" smtClean="0"/>
              <a:t>‹#›</a:t>
            </a:fld>
            <a:endParaRPr lang="en-US" dirty="0"/>
          </a:p>
        </p:txBody>
      </p:sp>
      <p:sp>
        <p:nvSpPr>
          <p:cNvPr id="11" name="Picture Placeholder 10">
            <a:extLst>
              <a:ext uri="{FF2B5EF4-FFF2-40B4-BE49-F238E27FC236}">
                <a16:creationId xmlns:a16="http://schemas.microsoft.com/office/drawing/2014/main" id="{B24A208E-BD69-BB12-21B8-DA405B501FA8}"/>
              </a:ext>
            </a:extLst>
          </p:cNvPr>
          <p:cNvSpPr>
            <a:spLocks noGrp="1"/>
          </p:cNvSpPr>
          <p:nvPr>
            <p:ph type="pic" sz="quarter" idx="13"/>
          </p:nvPr>
        </p:nvSpPr>
        <p:spPr>
          <a:xfrm>
            <a:off x="598327" y="0"/>
            <a:ext cx="11593671" cy="4723939"/>
          </a:xfrm>
          <a:blipFill dpi="0" rotWithShape="1">
            <a:blip r:embed="rId2">
              <a:alphaModFix amt="60000"/>
            </a:blip>
            <a:srcRect/>
            <a:stretch>
              <a:fillRect l="-1459" r="-1"/>
            </a:stretch>
          </a:blipFill>
        </p:spPr>
        <p:txBody>
          <a:bodyPr/>
          <a:lstStyle>
            <a:lvl1pPr marL="0" indent="0">
              <a:buNone/>
              <a:defRPr/>
            </a:lvl1pPr>
          </a:lstStyle>
          <a:p>
            <a:r>
              <a:rPr lang="en-US" dirty="0"/>
              <a:t>Click icon to add picture</a:t>
            </a:r>
          </a:p>
        </p:txBody>
      </p:sp>
    </p:spTree>
    <p:extLst>
      <p:ext uri="{BB962C8B-B14F-4D97-AF65-F5344CB8AC3E}">
        <p14:creationId xmlns:p14="http://schemas.microsoft.com/office/powerpoint/2010/main" val="1968488888"/>
      </p:ext>
    </p:extLst>
  </p:cSld>
  <p:clrMapOvr>
    <a:masterClrMapping/>
  </p:clrMapOvr>
  <p:extLst>
    <p:ext uri="{DCECCB84-F9BA-43D5-87BE-67443E8EF086}">
      <p15:sldGuideLst xmlns:p15="http://schemas.microsoft.com/office/powerpoint/2012/main">
        <p15:guide id="5" orient="horz" pos="2160">
          <p15:clr>
            <a:srgbClr val="FBAE40"/>
          </p15:clr>
        </p15:guide>
        <p15:guide id="6" pos="3840">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7433D9-FD02-59E2-0F81-A0B7201D2DA0}"/>
              </a:ext>
            </a:extLst>
          </p:cNvPr>
          <p:cNvSpPr>
            <a:spLocks noGrp="1"/>
          </p:cNvSpPr>
          <p:nvPr>
            <p:ph type="title"/>
          </p:nvPr>
        </p:nvSpPr>
        <p:spPr/>
        <p:txBody>
          <a:bodyPr/>
          <a:lstStyle/>
          <a:p>
            <a:r>
              <a:rPr lang="en-US" dirty="0"/>
              <a:t>Click to edit Master title style</a:t>
            </a:r>
          </a:p>
        </p:txBody>
      </p:sp>
      <p:cxnSp>
        <p:nvCxnSpPr>
          <p:cNvPr id="7" name="Straight Connector 6">
            <a:extLst>
              <a:ext uri="{FF2B5EF4-FFF2-40B4-BE49-F238E27FC236}">
                <a16:creationId xmlns:a16="http://schemas.microsoft.com/office/drawing/2014/main" id="{6E5A671A-CD1D-3726-5EBC-4251B0B1F630}"/>
              </a:ext>
            </a:extLst>
          </p:cNvPr>
          <p:cNvCxnSpPr/>
          <p:nvPr/>
        </p:nvCxnSpPr>
        <p:spPr>
          <a:xfrm>
            <a:off x="429209" y="164150"/>
            <a:ext cx="11762791"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5" name="Footer Placeholder 4">
            <a:extLst>
              <a:ext uri="{FF2B5EF4-FFF2-40B4-BE49-F238E27FC236}">
                <a16:creationId xmlns:a16="http://schemas.microsoft.com/office/drawing/2014/main" id="{B17E6B5E-6174-FD5C-41E8-FFC44C650D7E}"/>
              </a:ext>
            </a:extLst>
          </p:cNvPr>
          <p:cNvSpPr>
            <a:spLocks noGrp="1"/>
          </p:cNvSpPr>
          <p:nvPr>
            <p:ph type="ftr" sz="quarter" idx="11"/>
          </p:nvPr>
        </p:nvSpPr>
        <p:spPr>
          <a:xfrm rot="16200000">
            <a:off x="-2067304" y="2241964"/>
            <a:ext cx="4564376" cy="429768"/>
          </a:xfrm>
        </p:spPr>
        <p:txBody>
          <a:bodyPr/>
          <a:lstStyle/>
          <a:p>
            <a:r>
              <a:rPr lang="en-US" dirty="0"/>
              <a:t>GROWTH MARKETING PLAN</a:t>
            </a:r>
          </a:p>
        </p:txBody>
      </p:sp>
      <p:sp>
        <p:nvSpPr>
          <p:cNvPr id="4" name="Date Placeholder 3">
            <a:extLst>
              <a:ext uri="{FF2B5EF4-FFF2-40B4-BE49-F238E27FC236}">
                <a16:creationId xmlns:a16="http://schemas.microsoft.com/office/drawing/2014/main" id="{0B9485D1-E172-8F0A-A425-3097B3ABCFB4}"/>
              </a:ext>
            </a:extLst>
          </p:cNvPr>
          <p:cNvSpPr>
            <a:spLocks noGrp="1"/>
          </p:cNvSpPr>
          <p:nvPr>
            <p:ph type="dt" sz="half" idx="10"/>
          </p:nvPr>
        </p:nvSpPr>
        <p:spPr/>
        <p:txBody>
          <a:bodyPr/>
          <a:lstStyle/>
          <a:p>
            <a:fld id="{94170032-0FB4-49A9-8F94-A4A948FEFA19}" type="datetime1">
              <a:rPr lang="en-US" smtClean="0"/>
              <a:t>7/28/2026</a:t>
            </a:fld>
            <a:endParaRPr lang="en-US" dirty="0"/>
          </a:p>
        </p:txBody>
      </p:sp>
      <p:sp>
        <p:nvSpPr>
          <p:cNvPr id="6" name="Slide Number Placeholder 5">
            <a:extLst>
              <a:ext uri="{FF2B5EF4-FFF2-40B4-BE49-F238E27FC236}">
                <a16:creationId xmlns:a16="http://schemas.microsoft.com/office/drawing/2014/main" id="{4BF72154-F85B-E301-DA57-E314D7315916}"/>
              </a:ext>
            </a:extLst>
          </p:cNvPr>
          <p:cNvSpPr>
            <a:spLocks noGrp="1"/>
          </p:cNvSpPr>
          <p:nvPr>
            <p:ph type="sldNum" sz="quarter" idx="12"/>
          </p:nvPr>
        </p:nvSpPr>
        <p:spPr/>
        <p:txBody>
          <a:bodyPr/>
          <a:lstStyle/>
          <a:p>
            <a:fld id="{CC057153-B650-4DEB-B370-79DDCFDCE934}" type="slidenum">
              <a:rPr lang="en-US" smtClean="0"/>
              <a:t>‹#›</a:t>
            </a:fld>
            <a:endParaRPr lang="en-US" dirty="0"/>
          </a:p>
        </p:txBody>
      </p:sp>
      <p:sp>
        <p:nvSpPr>
          <p:cNvPr id="3" name="Content Placeholder 2">
            <a:extLst>
              <a:ext uri="{FF2B5EF4-FFF2-40B4-BE49-F238E27FC236}">
                <a16:creationId xmlns:a16="http://schemas.microsoft.com/office/drawing/2014/main" id="{6C2DD052-3E45-E789-01F8-33250024ECBD}"/>
              </a:ext>
            </a:extLst>
          </p:cNvPr>
          <p:cNvSpPr>
            <a:spLocks noGrp="1"/>
          </p:cNvSpPr>
          <p:nvPr>
            <p:ph idx="1"/>
          </p:nvPr>
        </p:nvSpPr>
        <p:spPr/>
        <p:txBody>
          <a:bodyPr>
            <a:normAutofit/>
          </a:bodyPr>
          <a:lstStyle>
            <a:lvl1pPr>
              <a:defRPr sz="1600"/>
            </a:lvl1pPr>
            <a:lvl2pPr>
              <a:defRPr sz="1600"/>
            </a:lvl2pPr>
            <a:lvl3pPr>
              <a:defRPr sz="1600"/>
            </a:lvl3pPr>
            <a:lvl4pPr>
              <a:defRPr sz="1600"/>
            </a:lvl4pPr>
            <a:lvl5pPr>
              <a:defRPr sz="16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cxnSp>
        <p:nvCxnSpPr>
          <p:cNvPr id="9" name="Straight Connector 8">
            <a:extLst>
              <a:ext uri="{FF2B5EF4-FFF2-40B4-BE49-F238E27FC236}">
                <a16:creationId xmlns:a16="http://schemas.microsoft.com/office/drawing/2014/main" id="{652BC221-6328-07B8-5E00-E12DFAC6BF43}"/>
              </a:ext>
            </a:extLst>
          </p:cNvPr>
          <p:cNvCxnSpPr>
            <a:cxnSpLocks/>
          </p:cNvCxnSpPr>
          <p:nvPr userDrawn="1"/>
        </p:nvCxnSpPr>
        <p:spPr>
          <a:xfrm>
            <a:off x="429793" y="0"/>
            <a:ext cx="0" cy="6858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98007511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Title with Picture 2">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336E9A-8E96-CD8C-7598-F87632CD81CF}"/>
              </a:ext>
            </a:extLst>
          </p:cNvPr>
          <p:cNvSpPr>
            <a:spLocks noGrp="1"/>
          </p:cNvSpPr>
          <p:nvPr>
            <p:ph type="ctrTitle"/>
          </p:nvPr>
        </p:nvSpPr>
        <p:spPr>
          <a:xfrm>
            <a:off x="7012214" y="1001716"/>
            <a:ext cx="4545750" cy="3358242"/>
          </a:xfrm>
        </p:spPr>
        <p:txBody>
          <a:bodyPr anchor="b">
            <a:normAutofit/>
          </a:bodyPr>
          <a:lstStyle>
            <a:lvl1pPr algn="l">
              <a:defRPr sz="5400"/>
            </a:lvl1pPr>
          </a:lstStyle>
          <a:p>
            <a:r>
              <a:rPr lang="en-US" dirty="0"/>
              <a:t>Click to edit Master title style</a:t>
            </a:r>
          </a:p>
        </p:txBody>
      </p:sp>
      <p:sp>
        <p:nvSpPr>
          <p:cNvPr id="3" name="Subtitle 2">
            <a:extLst>
              <a:ext uri="{FF2B5EF4-FFF2-40B4-BE49-F238E27FC236}">
                <a16:creationId xmlns:a16="http://schemas.microsoft.com/office/drawing/2014/main" id="{2BDC76B8-60F6-62D3-9F73-E81662203017}"/>
              </a:ext>
            </a:extLst>
          </p:cNvPr>
          <p:cNvSpPr>
            <a:spLocks noGrp="1"/>
          </p:cNvSpPr>
          <p:nvPr>
            <p:ph type="subTitle" idx="1"/>
          </p:nvPr>
        </p:nvSpPr>
        <p:spPr>
          <a:xfrm>
            <a:off x="7012214" y="4740957"/>
            <a:ext cx="4545749" cy="1482043"/>
          </a:xfrm>
        </p:spPr>
        <p:txBody>
          <a:bodyPr anchor="t">
            <a:normAutofit/>
          </a:bodyPr>
          <a:lstStyle>
            <a:lvl1pPr marL="0" indent="0" algn="l">
              <a:buNone/>
              <a:defRPr sz="16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Click to edit Master subtitle style</a:t>
            </a:r>
          </a:p>
        </p:txBody>
      </p:sp>
      <p:cxnSp>
        <p:nvCxnSpPr>
          <p:cNvPr id="8" name="Straight Connector 7">
            <a:extLst>
              <a:ext uri="{FF2B5EF4-FFF2-40B4-BE49-F238E27FC236}">
                <a16:creationId xmlns:a16="http://schemas.microsoft.com/office/drawing/2014/main" id="{4C62B492-23F8-09B4-BA81-5C910AC15279}"/>
              </a:ext>
            </a:extLst>
          </p:cNvPr>
          <p:cNvCxnSpPr>
            <a:cxnSpLocks/>
          </p:cNvCxnSpPr>
          <p:nvPr/>
        </p:nvCxnSpPr>
        <p:spPr>
          <a:xfrm>
            <a:off x="6754068" y="164150"/>
            <a:ext cx="5437932"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5" name="Footer Placeholder 4">
            <a:extLst>
              <a:ext uri="{FF2B5EF4-FFF2-40B4-BE49-F238E27FC236}">
                <a16:creationId xmlns:a16="http://schemas.microsoft.com/office/drawing/2014/main" id="{5B407A58-3351-E479-1A0C-2FF49FA42707}"/>
              </a:ext>
            </a:extLst>
          </p:cNvPr>
          <p:cNvSpPr>
            <a:spLocks noGrp="1"/>
          </p:cNvSpPr>
          <p:nvPr>
            <p:ph type="ftr" sz="quarter" idx="11"/>
          </p:nvPr>
        </p:nvSpPr>
        <p:spPr>
          <a:xfrm rot="16200000">
            <a:off x="-2067304" y="2231454"/>
            <a:ext cx="4564376" cy="429768"/>
          </a:xfrm>
        </p:spPr>
        <p:txBody>
          <a:bodyPr/>
          <a:lstStyle/>
          <a:p>
            <a:r>
              <a:rPr lang="en-US" dirty="0"/>
              <a:t>GROWTH MARKETING PLAN</a:t>
            </a:r>
          </a:p>
        </p:txBody>
      </p:sp>
      <p:sp>
        <p:nvSpPr>
          <p:cNvPr id="4" name="Date Placeholder 3">
            <a:extLst>
              <a:ext uri="{FF2B5EF4-FFF2-40B4-BE49-F238E27FC236}">
                <a16:creationId xmlns:a16="http://schemas.microsoft.com/office/drawing/2014/main" id="{EAE2DAFA-435E-AAF9-8B67-495E5AFDCD91}"/>
              </a:ext>
            </a:extLst>
          </p:cNvPr>
          <p:cNvSpPr>
            <a:spLocks noGrp="1"/>
          </p:cNvSpPr>
          <p:nvPr>
            <p:ph type="dt" sz="half" idx="10"/>
          </p:nvPr>
        </p:nvSpPr>
        <p:spPr>
          <a:xfrm rot="16200000">
            <a:off x="-532354" y="5260880"/>
            <a:ext cx="1494476" cy="429768"/>
          </a:xfrm>
        </p:spPr>
        <p:txBody>
          <a:bodyPr/>
          <a:lstStyle>
            <a:lvl1pPr>
              <a:defRPr>
                <a:solidFill>
                  <a:schemeClr val="tx1"/>
                </a:solidFill>
                <a:effectLst/>
              </a:defRPr>
            </a:lvl1pPr>
          </a:lstStyle>
          <a:p>
            <a:fld id="{60806314-2923-4BCD-81C6-1762557E3AD1}" type="datetime1">
              <a:rPr lang="en-US" smtClean="0"/>
              <a:t>7/28/2026</a:t>
            </a:fld>
            <a:endParaRPr lang="en-US" dirty="0"/>
          </a:p>
        </p:txBody>
      </p:sp>
      <p:sp>
        <p:nvSpPr>
          <p:cNvPr id="6" name="Slide Number Placeholder 5">
            <a:extLst>
              <a:ext uri="{FF2B5EF4-FFF2-40B4-BE49-F238E27FC236}">
                <a16:creationId xmlns:a16="http://schemas.microsoft.com/office/drawing/2014/main" id="{81789E10-2433-2ECB-9C92-571B583A4CF1}"/>
              </a:ext>
            </a:extLst>
          </p:cNvPr>
          <p:cNvSpPr>
            <a:spLocks noGrp="1"/>
          </p:cNvSpPr>
          <p:nvPr>
            <p:ph type="sldNum" sz="quarter" idx="12"/>
          </p:nvPr>
        </p:nvSpPr>
        <p:spPr/>
        <p:txBody>
          <a:bodyPr/>
          <a:lstStyle/>
          <a:p>
            <a:fld id="{CC057153-B650-4DEB-B370-79DDCFDCE934}" type="slidenum">
              <a:rPr lang="en-US" smtClean="0"/>
              <a:t>‹#›</a:t>
            </a:fld>
            <a:endParaRPr lang="en-US" dirty="0"/>
          </a:p>
        </p:txBody>
      </p:sp>
      <p:sp>
        <p:nvSpPr>
          <p:cNvPr id="11" name="Picture Placeholder 10">
            <a:extLst>
              <a:ext uri="{FF2B5EF4-FFF2-40B4-BE49-F238E27FC236}">
                <a16:creationId xmlns:a16="http://schemas.microsoft.com/office/drawing/2014/main" id="{B24A208E-BD69-BB12-21B8-DA405B501FA8}"/>
              </a:ext>
            </a:extLst>
          </p:cNvPr>
          <p:cNvSpPr>
            <a:spLocks noGrp="1"/>
          </p:cNvSpPr>
          <p:nvPr>
            <p:ph type="pic" sz="quarter" idx="13"/>
          </p:nvPr>
        </p:nvSpPr>
        <p:spPr>
          <a:xfrm>
            <a:off x="598327" y="0"/>
            <a:ext cx="5986622" cy="6858000"/>
          </a:xfrm>
          <a:blipFill dpi="0" rotWithShape="1">
            <a:blip r:embed="rId2">
              <a:alphaModFix amt="60000"/>
            </a:blip>
            <a:srcRect/>
            <a:stretch>
              <a:fillRect l="-2824" r="-1"/>
            </a:stretch>
          </a:blipFill>
        </p:spPr>
        <p:txBody>
          <a:bodyPr/>
          <a:lstStyle>
            <a:lvl1pPr marL="0" indent="0">
              <a:buNone/>
              <a:defRPr/>
            </a:lvl1pPr>
          </a:lstStyle>
          <a:p>
            <a:r>
              <a:rPr lang="en-US" dirty="0"/>
              <a:t>Click icon to add picture</a:t>
            </a:r>
          </a:p>
        </p:txBody>
      </p:sp>
      <p:cxnSp>
        <p:nvCxnSpPr>
          <p:cNvPr id="9" name="Straight Connector 8">
            <a:extLst>
              <a:ext uri="{FF2B5EF4-FFF2-40B4-BE49-F238E27FC236}">
                <a16:creationId xmlns:a16="http://schemas.microsoft.com/office/drawing/2014/main" id="{5680DD37-AA75-5265-3DD3-EADFD5870C34}"/>
              </a:ext>
            </a:extLst>
          </p:cNvPr>
          <p:cNvCxnSpPr>
            <a:cxnSpLocks/>
          </p:cNvCxnSpPr>
          <p:nvPr userDrawn="1"/>
        </p:nvCxnSpPr>
        <p:spPr>
          <a:xfrm>
            <a:off x="6754068" y="0"/>
            <a:ext cx="0" cy="6858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3" name="Straight Connector 12">
            <a:extLst>
              <a:ext uri="{FF2B5EF4-FFF2-40B4-BE49-F238E27FC236}">
                <a16:creationId xmlns:a16="http://schemas.microsoft.com/office/drawing/2014/main" id="{35FEC9D1-6B65-BD86-B34E-71F8F5629EE4}"/>
              </a:ext>
            </a:extLst>
          </p:cNvPr>
          <p:cNvCxnSpPr>
            <a:cxnSpLocks/>
          </p:cNvCxnSpPr>
          <p:nvPr userDrawn="1"/>
        </p:nvCxnSpPr>
        <p:spPr>
          <a:xfrm>
            <a:off x="429793" y="0"/>
            <a:ext cx="0" cy="6858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06155627"/>
      </p:ext>
    </p:extLst>
  </p:cSld>
  <p:clrMapOvr>
    <a:masterClrMapping/>
  </p:clrMapOvr>
  <p:extLst>
    <p:ext uri="{DCECCB84-F9BA-43D5-87BE-67443E8EF086}">
      <p15:sldGuideLst xmlns:p15="http://schemas.microsoft.com/office/powerpoint/2012/main">
        <p15:guide id="5" orient="horz" pos="2160">
          <p15:clr>
            <a:srgbClr val="FBAE40"/>
          </p15:clr>
        </p15:guide>
        <p15:guide id="6" pos="3840">
          <p15:clr>
            <a:srgbClr val="FBAE40"/>
          </p15:clr>
        </p15:guide>
      </p15:sldGuideLst>
    </p:ext>
  </p:extLst>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Title with Picture 3">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336E9A-8E96-CD8C-7598-F87632CD81CF}"/>
              </a:ext>
            </a:extLst>
          </p:cNvPr>
          <p:cNvSpPr>
            <a:spLocks noGrp="1"/>
          </p:cNvSpPr>
          <p:nvPr>
            <p:ph type="ctrTitle"/>
          </p:nvPr>
        </p:nvSpPr>
        <p:spPr>
          <a:xfrm>
            <a:off x="624832" y="1001715"/>
            <a:ext cx="4724078" cy="2980051"/>
          </a:xfrm>
        </p:spPr>
        <p:txBody>
          <a:bodyPr anchor="t">
            <a:normAutofit/>
          </a:bodyPr>
          <a:lstStyle>
            <a:lvl1pPr algn="l">
              <a:defRPr sz="4000"/>
            </a:lvl1pPr>
          </a:lstStyle>
          <a:p>
            <a:r>
              <a:rPr lang="en-US" dirty="0"/>
              <a:t>Click to edit Master title style</a:t>
            </a:r>
          </a:p>
        </p:txBody>
      </p:sp>
      <p:sp>
        <p:nvSpPr>
          <p:cNvPr id="3" name="Subtitle 2">
            <a:extLst>
              <a:ext uri="{FF2B5EF4-FFF2-40B4-BE49-F238E27FC236}">
                <a16:creationId xmlns:a16="http://schemas.microsoft.com/office/drawing/2014/main" id="{2BDC76B8-60F6-62D3-9F73-E81662203017}"/>
              </a:ext>
            </a:extLst>
          </p:cNvPr>
          <p:cNvSpPr>
            <a:spLocks noGrp="1"/>
          </p:cNvSpPr>
          <p:nvPr>
            <p:ph type="subTitle" idx="1"/>
          </p:nvPr>
        </p:nvSpPr>
        <p:spPr>
          <a:xfrm>
            <a:off x="624831" y="4362766"/>
            <a:ext cx="4724077" cy="1860234"/>
          </a:xfrm>
        </p:spPr>
        <p:txBody>
          <a:bodyPr anchor="t">
            <a:normAutofit/>
          </a:bodyPr>
          <a:lstStyle>
            <a:lvl1pPr marL="0" indent="0" algn="l">
              <a:buNone/>
              <a:defRPr sz="16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Click to edit Master subtitle style</a:t>
            </a:r>
          </a:p>
        </p:txBody>
      </p:sp>
      <p:cxnSp>
        <p:nvCxnSpPr>
          <p:cNvPr id="5" name="Straight Connector 4">
            <a:extLst>
              <a:ext uri="{FF2B5EF4-FFF2-40B4-BE49-F238E27FC236}">
                <a16:creationId xmlns:a16="http://schemas.microsoft.com/office/drawing/2014/main" id="{61F22791-F1DC-82EE-574A-946C4F39A8F5}"/>
              </a:ext>
            </a:extLst>
          </p:cNvPr>
          <p:cNvCxnSpPr>
            <a:cxnSpLocks/>
          </p:cNvCxnSpPr>
          <p:nvPr userDrawn="1"/>
        </p:nvCxnSpPr>
        <p:spPr>
          <a:xfrm>
            <a:off x="429209" y="164150"/>
            <a:ext cx="5140415"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8" name="Footer Placeholder 7">
            <a:extLst>
              <a:ext uri="{FF2B5EF4-FFF2-40B4-BE49-F238E27FC236}">
                <a16:creationId xmlns:a16="http://schemas.microsoft.com/office/drawing/2014/main" id="{9A6E6A4C-6C55-068A-43AA-78DB4D1D643B}"/>
              </a:ext>
            </a:extLst>
          </p:cNvPr>
          <p:cNvSpPr>
            <a:spLocks noGrp="1"/>
          </p:cNvSpPr>
          <p:nvPr>
            <p:ph type="ftr" sz="quarter" idx="15"/>
          </p:nvPr>
        </p:nvSpPr>
        <p:spPr>
          <a:xfrm rot="16200000">
            <a:off x="-2067733" y="2231455"/>
            <a:ext cx="4564378" cy="429768"/>
          </a:xfrm>
        </p:spPr>
        <p:txBody>
          <a:bodyPr/>
          <a:lstStyle/>
          <a:p>
            <a:r>
              <a:rPr lang="en-US" dirty="0"/>
              <a:t>GROWTH MARKETING PLAN</a:t>
            </a:r>
          </a:p>
        </p:txBody>
      </p:sp>
      <p:sp>
        <p:nvSpPr>
          <p:cNvPr id="7" name="Date Placeholder 6">
            <a:extLst>
              <a:ext uri="{FF2B5EF4-FFF2-40B4-BE49-F238E27FC236}">
                <a16:creationId xmlns:a16="http://schemas.microsoft.com/office/drawing/2014/main" id="{F991F941-2D53-CC10-7947-62237A245FE0}"/>
              </a:ext>
            </a:extLst>
          </p:cNvPr>
          <p:cNvSpPr>
            <a:spLocks noGrp="1"/>
          </p:cNvSpPr>
          <p:nvPr>
            <p:ph type="dt" sz="half" idx="14"/>
          </p:nvPr>
        </p:nvSpPr>
        <p:spPr>
          <a:xfrm rot="16200000">
            <a:off x="-537354" y="5265452"/>
            <a:ext cx="1494475" cy="420624"/>
          </a:xfrm>
        </p:spPr>
        <p:txBody>
          <a:bodyPr/>
          <a:lstStyle/>
          <a:p>
            <a:fld id="{D1BD44EB-637E-42FE-BCB7-7CFC0B1C3376}" type="datetime1">
              <a:rPr lang="en-US" smtClean="0"/>
              <a:t>7/28/2026</a:t>
            </a:fld>
            <a:endParaRPr lang="en-US" dirty="0"/>
          </a:p>
        </p:txBody>
      </p:sp>
      <p:sp>
        <p:nvSpPr>
          <p:cNvPr id="9" name="Slide Number Placeholder 8">
            <a:extLst>
              <a:ext uri="{FF2B5EF4-FFF2-40B4-BE49-F238E27FC236}">
                <a16:creationId xmlns:a16="http://schemas.microsoft.com/office/drawing/2014/main" id="{C1A2CCFF-14A7-08A8-4465-732CD8928728}"/>
              </a:ext>
            </a:extLst>
          </p:cNvPr>
          <p:cNvSpPr>
            <a:spLocks noGrp="1"/>
          </p:cNvSpPr>
          <p:nvPr>
            <p:ph type="sldNum" sz="quarter" idx="16"/>
          </p:nvPr>
        </p:nvSpPr>
        <p:spPr>
          <a:xfrm>
            <a:off x="-429" y="6492875"/>
            <a:ext cx="429207" cy="365125"/>
          </a:xfrm>
        </p:spPr>
        <p:txBody>
          <a:bodyPr/>
          <a:lstStyle/>
          <a:p>
            <a:fld id="{CC057153-B650-4DEB-B370-79DDCFDCE934}" type="slidenum">
              <a:rPr lang="en-US" smtClean="0"/>
              <a:t>‹#›</a:t>
            </a:fld>
            <a:endParaRPr lang="en-US" dirty="0"/>
          </a:p>
        </p:txBody>
      </p:sp>
      <p:sp>
        <p:nvSpPr>
          <p:cNvPr id="11" name="Picture Placeholder 10">
            <a:extLst>
              <a:ext uri="{FF2B5EF4-FFF2-40B4-BE49-F238E27FC236}">
                <a16:creationId xmlns:a16="http://schemas.microsoft.com/office/drawing/2014/main" id="{B24A208E-BD69-BB12-21B8-DA405B501FA8}"/>
              </a:ext>
            </a:extLst>
          </p:cNvPr>
          <p:cNvSpPr>
            <a:spLocks noGrp="1"/>
          </p:cNvSpPr>
          <p:nvPr>
            <p:ph type="pic" sz="quarter" idx="13"/>
          </p:nvPr>
        </p:nvSpPr>
        <p:spPr>
          <a:xfrm>
            <a:off x="5765246" y="0"/>
            <a:ext cx="6426753" cy="6858000"/>
          </a:xfrm>
          <a:blipFill dpi="0" rotWithShape="1">
            <a:blip r:embed="rId2">
              <a:alphaModFix amt="60000"/>
            </a:blip>
            <a:srcRect/>
            <a:stretch>
              <a:fillRect l="-2631"/>
            </a:stretch>
          </a:blipFill>
        </p:spPr>
        <p:txBody>
          <a:bodyPr/>
          <a:lstStyle>
            <a:lvl1pPr marL="0" indent="0">
              <a:buNone/>
              <a:defRPr/>
            </a:lvl1pPr>
          </a:lstStyle>
          <a:p>
            <a:r>
              <a:rPr lang="en-US" dirty="0"/>
              <a:t>Click icon to add picture</a:t>
            </a:r>
          </a:p>
        </p:txBody>
      </p:sp>
      <p:cxnSp>
        <p:nvCxnSpPr>
          <p:cNvPr id="10" name="Straight Connector 9">
            <a:extLst>
              <a:ext uri="{FF2B5EF4-FFF2-40B4-BE49-F238E27FC236}">
                <a16:creationId xmlns:a16="http://schemas.microsoft.com/office/drawing/2014/main" id="{EDC9DC64-28F1-DE35-BA93-42BE9EDD8B26}"/>
              </a:ext>
            </a:extLst>
          </p:cNvPr>
          <p:cNvCxnSpPr>
            <a:cxnSpLocks/>
          </p:cNvCxnSpPr>
          <p:nvPr userDrawn="1"/>
        </p:nvCxnSpPr>
        <p:spPr>
          <a:xfrm>
            <a:off x="5569624" y="0"/>
            <a:ext cx="0" cy="6858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2" name="Straight Connector 11">
            <a:extLst>
              <a:ext uri="{FF2B5EF4-FFF2-40B4-BE49-F238E27FC236}">
                <a16:creationId xmlns:a16="http://schemas.microsoft.com/office/drawing/2014/main" id="{08A3CE87-786A-4910-E740-1852BBC75C53}"/>
              </a:ext>
            </a:extLst>
          </p:cNvPr>
          <p:cNvCxnSpPr>
            <a:cxnSpLocks/>
          </p:cNvCxnSpPr>
          <p:nvPr userDrawn="1"/>
        </p:nvCxnSpPr>
        <p:spPr>
          <a:xfrm>
            <a:off x="429793" y="0"/>
            <a:ext cx="0" cy="6858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44215923"/>
      </p:ext>
    </p:extLst>
  </p:cSld>
  <p:clrMapOvr>
    <a:masterClrMapping/>
  </p:clrMapOvr>
  <p:extLst>
    <p:ext uri="{DCECCB84-F9BA-43D5-87BE-67443E8EF086}">
      <p15:sldGuideLst xmlns:p15="http://schemas.microsoft.com/office/powerpoint/2012/main">
        <p15:guide id="5" orient="horz" pos="2160">
          <p15:clr>
            <a:srgbClr val="FBAE40"/>
          </p15:clr>
        </p15:guide>
        <p15:guide id="6" pos="3840">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type="title" preserve="1">
  <p:cSld name="Titl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336E9A-8E96-CD8C-7598-F87632CD81CF}"/>
              </a:ext>
            </a:extLst>
          </p:cNvPr>
          <p:cNvSpPr>
            <a:spLocks noGrp="1"/>
          </p:cNvSpPr>
          <p:nvPr>
            <p:ph type="ctrTitle"/>
          </p:nvPr>
        </p:nvSpPr>
        <p:spPr>
          <a:xfrm>
            <a:off x="634030" y="1001715"/>
            <a:ext cx="7538423" cy="3457299"/>
          </a:xfrm>
        </p:spPr>
        <p:txBody>
          <a:bodyPr anchor="t">
            <a:normAutofit/>
          </a:bodyPr>
          <a:lstStyle>
            <a:lvl1pPr algn="l">
              <a:defRPr sz="7200"/>
            </a:lvl1pPr>
          </a:lstStyle>
          <a:p>
            <a:r>
              <a:rPr lang="en-US" dirty="0"/>
              <a:t>Click to edit Master title style</a:t>
            </a:r>
          </a:p>
        </p:txBody>
      </p:sp>
      <p:sp>
        <p:nvSpPr>
          <p:cNvPr id="3" name="Subtitle 2">
            <a:extLst>
              <a:ext uri="{FF2B5EF4-FFF2-40B4-BE49-F238E27FC236}">
                <a16:creationId xmlns:a16="http://schemas.microsoft.com/office/drawing/2014/main" id="{2BDC76B8-60F6-62D3-9F73-E81662203017}"/>
              </a:ext>
            </a:extLst>
          </p:cNvPr>
          <p:cNvSpPr>
            <a:spLocks noGrp="1"/>
          </p:cNvSpPr>
          <p:nvPr>
            <p:ph type="subTitle" idx="1"/>
          </p:nvPr>
        </p:nvSpPr>
        <p:spPr>
          <a:xfrm>
            <a:off x="634031" y="4728526"/>
            <a:ext cx="6595444" cy="1494473"/>
          </a:xfrm>
        </p:spPr>
        <p:txBody>
          <a:bodyPr anchor="b">
            <a:normAutofit/>
          </a:bodyPr>
          <a:lstStyle>
            <a:lvl1pPr marL="0" indent="0" algn="l">
              <a:buNone/>
              <a:defRPr sz="16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Click to edit Master subtitle style</a:t>
            </a:r>
          </a:p>
        </p:txBody>
      </p:sp>
      <p:cxnSp>
        <p:nvCxnSpPr>
          <p:cNvPr id="8" name="Straight Connector 7">
            <a:extLst>
              <a:ext uri="{FF2B5EF4-FFF2-40B4-BE49-F238E27FC236}">
                <a16:creationId xmlns:a16="http://schemas.microsoft.com/office/drawing/2014/main" id="{D8D58296-262D-E3A1-3EDA-108D59ADDEB9}"/>
              </a:ext>
            </a:extLst>
          </p:cNvPr>
          <p:cNvCxnSpPr/>
          <p:nvPr userDrawn="1"/>
        </p:nvCxnSpPr>
        <p:spPr>
          <a:xfrm>
            <a:off x="429209" y="164150"/>
            <a:ext cx="11762791"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5" name="Footer Placeholder 4">
            <a:extLst>
              <a:ext uri="{FF2B5EF4-FFF2-40B4-BE49-F238E27FC236}">
                <a16:creationId xmlns:a16="http://schemas.microsoft.com/office/drawing/2014/main" id="{5B407A58-3351-E479-1A0C-2FF49FA42707}"/>
              </a:ext>
            </a:extLst>
          </p:cNvPr>
          <p:cNvSpPr>
            <a:spLocks noGrp="1"/>
          </p:cNvSpPr>
          <p:nvPr>
            <p:ph type="ftr" sz="quarter" idx="11"/>
          </p:nvPr>
        </p:nvSpPr>
        <p:spPr/>
        <p:txBody>
          <a:bodyPr/>
          <a:lstStyle/>
          <a:p>
            <a:r>
              <a:rPr lang="en-US" dirty="0"/>
              <a:t>GROWTH MARKETING PLAN</a:t>
            </a:r>
          </a:p>
        </p:txBody>
      </p:sp>
      <p:sp>
        <p:nvSpPr>
          <p:cNvPr id="4" name="Date Placeholder 3">
            <a:extLst>
              <a:ext uri="{FF2B5EF4-FFF2-40B4-BE49-F238E27FC236}">
                <a16:creationId xmlns:a16="http://schemas.microsoft.com/office/drawing/2014/main" id="{EAE2DAFA-435E-AAF9-8B67-495E5AFDCD91}"/>
              </a:ext>
            </a:extLst>
          </p:cNvPr>
          <p:cNvSpPr>
            <a:spLocks noGrp="1"/>
          </p:cNvSpPr>
          <p:nvPr>
            <p:ph type="dt" sz="half" idx="10"/>
          </p:nvPr>
        </p:nvSpPr>
        <p:spPr/>
        <p:txBody>
          <a:bodyPr/>
          <a:lstStyle/>
          <a:p>
            <a:fld id="{5425F719-9770-4838-A1BF-8640CFA44CC3}" type="datetime1">
              <a:rPr lang="en-US" smtClean="0"/>
              <a:t>7/28/2026</a:t>
            </a:fld>
            <a:endParaRPr lang="en-US" dirty="0"/>
          </a:p>
        </p:txBody>
      </p:sp>
      <p:sp>
        <p:nvSpPr>
          <p:cNvPr id="6" name="Slide Number Placeholder 5">
            <a:extLst>
              <a:ext uri="{FF2B5EF4-FFF2-40B4-BE49-F238E27FC236}">
                <a16:creationId xmlns:a16="http://schemas.microsoft.com/office/drawing/2014/main" id="{81789E10-2433-2ECB-9C92-571B583A4CF1}"/>
              </a:ext>
            </a:extLst>
          </p:cNvPr>
          <p:cNvSpPr>
            <a:spLocks noGrp="1"/>
          </p:cNvSpPr>
          <p:nvPr>
            <p:ph type="sldNum" sz="quarter" idx="12"/>
          </p:nvPr>
        </p:nvSpPr>
        <p:spPr/>
        <p:txBody>
          <a:bodyPr/>
          <a:lstStyle/>
          <a:p>
            <a:fld id="{CC057153-B650-4DEB-B370-79DDCFDCE934}" type="slidenum">
              <a:rPr lang="en-US" smtClean="0"/>
              <a:t>‹#›</a:t>
            </a:fld>
            <a:endParaRPr lang="en-US" dirty="0"/>
          </a:p>
        </p:txBody>
      </p:sp>
      <p:cxnSp>
        <p:nvCxnSpPr>
          <p:cNvPr id="9" name="Straight Connector 8">
            <a:extLst>
              <a:ext uri="{FF2B5EF4-FFF2-40B4-BE49-F238E27FC236}">
                <a16:creationId xmlns:a16="http://schemas.microsoft.com/office/drawing/2014/main" id="{5FC82B15-2BAA-B79D-562D-AB6EE143DF74}"/>
              </a:ext>
            </a:extLst>
          </p:cNvPr>
          <p:cNvCxnSpPr>
            <a:cxnSpLocks/>
          </p:cNvCxnSpPr>
          <p:nvPr userDrawn="1"/>
        </p:nvCxnSpPr>
        <p:spPr>
          <a:xfrm>
            <a:off x="429793" y="0"/>
            <a:ext cx="0" cy="6858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822530839"/>
      </p:ext>
    </p:extLst>
  </p:cSld>
  <p:clrMapOvr>
    <a:masterClrMapping/>
  </p:clrMapOvr>
  <p:extLst>
    <p:ext uri="{DCECCB84-F9BA-43D5-87BE-67443E8EF086}">
      <p15:sldGuideLst xmlns:p15="http://schemas.microsoft.com/office/powerpoint/2012/main">
        <p15:guide id="5" orient="horz" pos="2160">
          <p15:clr>
            <a:srgbClr val="FBAE40"/>
          </p15:clr>
        </p15:guide>
        <p15:guide id="6" pos="3840">
          <p15:clr>
            <a:srgbClr val="FBAE40"/>
          </p15:clr>
        </p15:guide>
      </p15:sldGuideLst>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type="title" preserve="1">
  <p:cSld name="Title 2">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336E9A-8E96-CD8C-7598-F87632CD81CF}"/>
              </a:ext>
            </a:extLst>
          </p:cNvPr>
          <p:cNvSpPr>
            <a:spLocks noGrp="1"/>
          </p:cNvSpPr>
          <p:nvPr>
            <p:ph type="ctrTitle"/>
          </p:nvPr>
        </p:nvSpPr>
        <p:spPr>
          <a:xfrm>
            <a:off x="634030" y="1001715"/>
            <a:ext cx="8095015" cy="3361051"/>
          </a:xfrm>
        </p:spPr>
        <p:txBody>
          <a:bodyPr anchor="b">
            <a:normAutofit/>
          </a:bodyPr>
          <a:lstStyle>
            <a:lvl1pPr algn="l">
              <a:defRPr sz="7200"/>
            </a:lvl1pPr>
          </a:lstStyle>
          <a:p>
            <a:r>
              <a:rPr lang="en-US" dirty="0"/>
              <a:t>Click to edit Master title style</a:t>
            </a:r>
          </a:p>
        </p:txBody>
      </p:sp>
      <p:sp>
        <p:nvSpPr>
          <p:cNvPr id="3" name="Subtitle 2">
            <a:extLst>
              <a:ext uri="{FF2B5EF4-FFF2-40B4-BE49-F238E27FC236}">
                <a16:creationId xmlns:a16="http://schemas.microsoft.com/office/drawing/2014/main" id="{2BDC76B8-60F6-62D3-9F73-E81662203017}"/>
              </a:ext>
            </a:extLst>
          </p:cNvPr>
          <p:cNvSpPr>
            <a:spLocks noGrp="1"/>
          </p:cNvSpPr>
          <p:nvPr>
            <p:ph type="subTitle" idx="1"/>
          </p:nvPr>
        </p:nvSpPr>
        <p:spPr>
          <a:xfrm>
            <a:off x="634030" y="4728524"/>
            <a:ext cx="7538424" cy="1127761"/>
          </a:xfrm>
        </p:spPr>
        <p:txBody>
          <a:bodyPr anchor="t">
            <a:normAutofit/>
          </a:bodyPr>
          <a:lstStyle>
            <a:lvl1pPr marL="0" indent="0" algn="l">
              <a:buNone/>
              <a:defRPr sz="16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Click to edit Master subtitle style</a:t>
            </a:r>
          </a:p>
        </p:txBody>
      </p:sp>
      <p:cxnSp>
        <p:nvCxnSpPr>
          <p:cNvPr id="9" name="Straight Connector 8">
            <a:extLst>
              <a:ext uri="{FF2B5EF4-FFF2-40B4-BE49-F238E27FC236}">
                <a16:creationId xmlns:a16="http://schemas.microsoft.com/office/drawing/2014/main" id="{617A912A-256D-661B-C181-034D06ED868C}"/>
              </a:ext>
            </a:extLst>
          </p:cNvPr>
          <p:cNvCxnSpPr/>
          <p:nvPr userDrawn="1"/>
        </p:nvCxnSpPr>
        <p:spPr>
          <a:xfrm>
            <a:off x="429209" y="164150"/>
            <a:ext cx="11762791"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5" name="Footer Placeholder 4">
            <a:extLst>
              <a:ext uri="{FF2B5EF4-FFF2-40B4-BE49-F238E27FC236}">
                <a16:creationId xmlns:a16="http://schemas.microsoft.com/office/drawing/2014/main" id="{5B407A58-3351-E479-1A0C-2FF49FA42707}"/>
              </a:ext>
            </a:extLst>
          </p:cNvPr>
          <p:cNvSpPr>
            <a:spLocks noGrp="1"/>
          </p:cNvSpPr>
          <p:nvPr>
            <p:ph type="ftr" sz="quarter" idx="11"/>
          </p:nvPr>
        </p:nvSpPr>
        <p:spPr/>
        <p:txBody>
          <a:bodyPr/>
          <a:lstStyle/>
          <a:p>
            <a:r>
              <a:rPr lang="en-US" dirty="0"/>
              <a:t>GROWTH MARKETING PLAN</a:t>
            </a:r>
          </a:p>
        </p:txBody>
      </p:sp>
      <p:sp>
        <p:nvSpPr>
          <p:cNvPr id="4" name="Date Placeholder 3">
            <a:extLst>
              <a:ext uri="{FF2B5EF4-FFF2-40B4-BE49-F238E27FC236}">
                <a16:creationId xmlns:a16="http://schemas.microsoft.com/office/drawing/2014/main" id="{EAE2DAFA-435E-AAF9-8B67-495E5AFDCD91}"/>
              </a:ext>
            </a:extLst>
          </p:cNvPr>
          <p:cNvSpPr>
            <a:spLocks noGrp="1"/>
          </p:cNvSpPr>
          <p:nvPr>
            <p:ph type="dt" sz="half" idx="10"/>
          </p:nvPr>
        </p:nvSpPr>
        <p:spPr/>
        <p:txBody>
          <a:bodyPr/>
          <a:lstStyle/>
          <a:p>
            <a:fld id="{AB2F92B4-CE1A-4C71-BEF0-93A2274B672B}" type="datetime1">
              <a:rPr lang="en-US" smtClean="0"/>
              <a:t>7/28/2026</a:t>
            </a:fld>
            <a:endParaRPr lang="en-US" dirty="0"/>
          </a:p>
        </p:txBody>
      </p:sp>
      <p:sp>
        <p:nvSpPr>
          <p:cNvPr id="6" name="Slide Number Placeholder 5">
            <a:extLst>
              <a:ext uri="{FF2B5EF4-FFF2-40B4-BE49-F238E27FC236}">
                <a16:creationId xmlns:a16="http://schemas.microsoft.com/office/drawing/2014/main" id="{81789E10-2433-2ECB-9C92-571B583A4CF1}"/>
              </a:ext>
            </a:extLst>
          </p:cNvPr>
          <p:cNvSpPr>
            <a:spLocks noGrp="1"/>
          </p:cNvSpPr>
          <p:nvPr>
            <p:ph type="sldNum" sz="quarter" idx="12"/>
          </p:nvPr>
        </p:nvSpPr>
        <p:spPr/>
        <p:txBody>
          <a:bodyPr/>
          <a:lstStyle/>
          <a:p>
            <a:fld id="{CC057153-B650-4DEB-B370-79DDCFDCE934}" type="slidenum">
              <a:rPr lang="en-US" smtClean="0"/>
              <a:t>‹#›</a:t>
            </a:fld>
            <a:endParaRPr lang="en-US" dirty="0"/>
          </a:p>
        </p:txBody>
      </p:sp>
      <p:cxnSp>
        <p:nvCxnSpPr>
          <p:cNvPr id="8" name="Straight Connector 7">
            <a:extLst>
              <a:ext uri="{FF2B5EF4-FFF2-40B4-BE49-F238E27FC236}">
                <a16:creationId xmlns:a16="http://schemas.microsoft.com/office/drawing/2014/main" id="{DCC649EA-F1C7-472F-52D7-A93BB7EC19BC}"/>
              </a:ext>
            </a:extLst>
          </p:cNvPr>
          <p:cNvCxnSpPr>
            <a:cxnSpLocks/>
          </p:cNvCxnSpPr>
          <p:nvPr userDrawn="1"/>
        </p:nvCxnSpPr>
        <p:spPr>
          <a:xfrm>
            <a:off x="429793" y="0"/>
            <a:ext cx="0" cy="6858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547311945"/>
      </p:ext>
    </p:extLst>
  </p:cSld>
  <p:clrMapOvr>
    <a:masterClrMapping/>
  </p:clrMapOvr>
  <p:extLst>
    <p:ext uri="{DCECCB84-F9BA-43D5-87BE-67443E8EF086}">
      <p15:sldGuideLst xmlns:p15="http://schemas.microsoft.com/office/powerpoint/2012/main">
        <p15:guide id="5" orient="horz" pos="2160">
          <p15:clr>
            <a:srgbClr val="FBAE40"/>
          </p15:clr>
        </p15:guide>
        <p15:guide id="6" pos="3840">
          <p15:clr>
            <a:srgbClr val="FBAE40"/>
          </p15:clr>
        </p15:guide>
      </p15:sldGuideLst>
    </p:ext>
  </p:extLst>
</p:sldLayout>
</file>

<file path=ppt/slideLayouts/slideLayout7.xml><?xml version="1.0" encoding="utf-8"?>
<p:sldLayout xmlns:a="http://schemas.openxmlformats.org/drawingml/2006/main" xmlns:r="http://schemas.openxmlformats.org/officeDocument/2006/relationships" xmlns:p="http://schemas.openxmlformats.org/presentationml/2006/main" type="title" preserve="1">
  <p:cSld name="Title 3">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336E9A-8E96-CD8C-7598-F87632CD81CF}"/>
              </a:ext>
            </a:extLst>
          </p:cNvPr>
          <p:cNvSpPr>
            <a:spLocks noGrp="1"/>
          </p:cNvSpPr>
          <p:nvPr>
            <p:ph type="ctrTitle"/>
          </p:nvPr>
        </p:nvSpPr>
        <p:spPr>
          <a:xfrm>
            <a:off x="2133602" y="1404262"/>
            <a:ext cx="7924802" cy="2577504"/>
          </a:xfrm>
        </p:spPr>
        <p:txBody>
          <a:bodyPr anchor="b">
            <a:noAutofit/>
          </a:bodyPr>
          <a:lstStyle>
            <a:lvl1pPr algn="ctr">
              <a:defRPr sz="7200"/>
            </a:lvl1pPr>
          </a:lstStyle>
          <a:p>
            <a:r>
              <a:rPr lang="en-US" dirty="0"/>
              <a:t>Click to edit Master title style</a:t>
            </a:r>
          </a:p>
        </p:txBody>
      </p:sp>
      <p:sp>
        <p:nvSpPr>
          <p:cNvPr id="3" name="Subtitle 2">
            <a:extLst>
              <a:ext uri="{FF2B5EF4-FFF2-40B4-BE49-F238E27FC236}">
                <a16:creationId xmlns:a16="http://schemas.microsoft.com/office/drawing/2014/main" id="{2BDC76B8-60F6-62D3-9F73-E81662203017}"/>
              </a:ext>
            </a:extLst>
          </p:cNvPr>
          <p:cNvSpPr>
            <a:spLocks noGrp="1"/>
          </p:cNvSpPr>
          <p:nvPr>
            <p:ph type="subTitle" idx="1"/>
          </p:nvPr>
        </p:nvSpPr>
        <p:spPr>
          <a:xfrm>
            <a:off x="2519980" y="4353867"/>
            <a:ext cx="7152034" cy="1121418"/>
          </a:xfrm>
        </p:spPr>
        <p:txBody>
          <a:bodyPr>
            <a:normAutofit/>
          </a:bodyPr>
          <a:lstStyle>
            <a:lvl1pPr marL="0" indent="0" algn="ctr">
              <a:buNone/>
              <a:defRPr sz="16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Click to edit Master subtitle style</a:t>
            </a:r>
          </a:p>
        </p:txBody>
      </p:sp>
      <p:cxnSp>
        <p:nvCxnSpPr>
          <p:cNvPr id="9" name="Straight Connector 8">
            <a:extLst>
              <a:ext uri="{FF2B5EF4-FFF2-40B4-BE49-F238E27FC236}">
                <a16:creationId xmlns:a16="http://schemas.microsoft.com/office/drawing/2014/main" id="{0CFC45B0-B1A3-3E44-43D7-C15E5073EEB5}"/>
              </a:ext>
            </a:extLst>
          </p:cNvPr>
          <p:cNvCxnSpPr/>
          <p:nvPr userDrawn="1"/>
        </p:nvCxnSpPr>
        <p:spPr>
          <a:xfrm>
            <a:off x="429209" y="164150"/>
            <a:ext cx="11762791"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5" name="Footer Placeholder 4">
            <a:extLst>
              <a:ext uri="{FF2B5EF4-FFF2-40B4-BE49-F238E27FC236}">
                <a16:creationId xmlns:a16="http://schemas.microsoft.com/office/drawing/2014/main" id="{5B407A58-3351-E479-1A0C-2FF49FA42707}"/>
              </a:ext>
            </a:extLst>
          </p:cNvPr>
          <p:cNvSpPr>
            <a:spLocks noGrp="1"/>
          </p:cNvSpPr>
          <p:nvPr>
            <p:ph type="ftr" sz="quarter" idx="11"/>
          </p:nvPr>
        </p:nvSpPr>
        <p:spPr/>
        <p:txBody>
          <a:bodyPr/>
          <a:lstStyle/>
          <a:p>
            <a:r>
              <a:rPr lang="en-US" dirty="0"/>
              <a:t>GROWTH MARKETING PLAN</a:t>
            </a:r>
          </a:p>
        </p:txBody>
      </p:sp>
      <p:sp>
        <p:nvSpPr>
          <p:cNvPr id="4" name="Date Placeholder 3">
            <a:extLst>
              <a:ext uri="{FF2B5EF4-FFF2-40B4-BE49-F238E27FC236}">
                <a16:creationId xmlns:a16="http://schemas.microsoft.com/office/drawing/2014/main" id="{EAE2DAFA-435E-AAF9-8B67-495E5AFDCD91}"/>
              </a:ext>
            </a:extLst>
          </p:cNvPr>
          <p:cNvSpPr>
            <a:spLocks noGrp="1"/>
          </p:cNvSpPr>
          <p:nvPr>
            <p:ph type="dt" sz="half" idx="10"/>
          </p:nvPr>
        </p:nvSpPr>
        <p:spPr/>
        <p:txBody>
          <a:bodyPr/>
          <a:lstStyle/>
          <a:p>
            <a:fld id="{4655A5E0-7ACA-4081-A937-2CF1CEC074EB}" type="datetime1">
              <a:rPr lang="en-US" smtClean="0"/>
              <a:t>7/28/2026</a:t>
            </a:fld>
            <a:endParaRPr lang="en-US" dirty="0"/>
          </a:p>
        </p:txBody>
      </p:sp>
      <p:sp>
        <p:nvSpPr>
          <p:cNvPr id="6" name="Slide Number Placeholder 5">
            <a:extLst>
              <a:ext uri="{FF2B5EF4-FFF2-40B4-BE49-F238E27FC236}">
                <a16:creationId xmlns:a16="http://schemas.microsoft.com/office/drawing/2014/main" id="{81789E10-2433-2ECB-9C92-571B583A4CF1}"/>
              </a:ext>
            </a:extLst>
          </p:cNvPr>
          <p:cNvSpPr>
            <a:spLocks noGrp="1"/>
          </p:cNvSpPr>
          <p:nvPr>
            <p:ph type="sldNum" sz="quarter" idx="12"/>
          </p:nvPr>
        </p:nvSpPr>
        <p:spPr/>
        <p:txBody>
          <a:bodyPr/>
          <a:lstStyle/>
          <a:p>
            <a:fld id="{CC057153-B650-4DEB-B370-79DDCFDCE934}" type="slidenum">
              <a:rPr lang="en-US" smtClean="0"/>
              <a:t>‹#›</a:t>
            </a:fld>
            <a:endParaRPr lang="en-US" dirty="0"/>
          </a:p>
        </p:txBody>
      </p:sp>
      <p:cxnSp>
        <p:nvCxnSpPr>
          <p:cNvPr id="7" name="Straight Connector 6">
            <a:extLst>
              <a:ext uri="{FF2B5EF4-FFF2-40B4-BE49-F238E27FC236}">
                <a16:creationId xmlns:a16="http://schemas.microsoft.com/office/drawing/2014/main" id="{3BEA1CDC-959E-33FA-9AF1-75DB91B6A967}"/>
              </a:ext>
            </a:extLst>
          </p:cNvPr>
          <p:cNvCxnSpPr>
            <a:cxnSpLocks/>
          </p:cNvCxnSpPr>
          <p:nvPr userDrawn="1"/>
        </p:nvCxnSpPr>
        <p:spPr>
          <a:xfrm>
            <a:off x="429793" y="0"/>
            <a:ext cx="0" cy="6858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50919708"/>
      </p:ext>
    </p:extLst>
  </p:cSld>
  <p:clrMapOvr>
    <a:masterClrMapping/>
  </p:clrMapOvr>
  <p:extLst>
    <p:ext uri="{DCECCB84-F9BA-43D5-87BE-67443E8EF086}">
      <p15:sldGuideLst xmlns:p15="http://schemas.microsoft.com/office/powerpoint/2012/main">
        <p15:guide id="5" orient="horz" pos="2160">
          <p15:clr>
            <a:srgbClr val="FBAE40"/>
          </p15:clr>
        </p15:guide>
        <p15:guide id="6" pos="3840">
          <p15:clr>
            <a:srgbClr val="FBAE40"/>
          </p15:clr>
        </p15:guide>
      </p15:sldGuideLst>
    </p:ext>
  </p:extLst>
</p:sldLayout>
</file>

<file path=ppt/slideLayouts/slideLayout8.xml><?xml version="1.0" encoding="utf-8"?>
<p:sldLayout xmlns:a="http://schemas.openxmlformats.org/drawingml/2006/main" xmlns:r="http://schemas.openxmlformats.org/officeDocument/2006/relationships" xmlns:p="http://schemas.openxmlformats.org/presentationml/2006/main" preserve="1">
  <p:cSld name="Section Header">
    <p:bg>
      <p:bgPr>
        <a:solidFill>
          <a:schemeClr val="accent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336E9A-8E96-CD8C-7598-F87632CD81CF}"/>
              </a:ext>
            </a:extLst>
          </p:cNvPr>
          <p:cNvSpPr>
            <a:spLocks noGrp="1"/>
          </p:cNvSpPr>
          <p:nvPr>
            <p:ph type="ctrTitle"/>
          </p:nvPr>
        </p:nvSpPr>
        <p:spPr>
          <a:xfrm>
            <a:off x="633478" y="1748475"/>
            <a:ext cx="10924476" cy="4730749"/>
          </a:xfrm>
        </p:spPr>
        <p:txBody>
          <a:bodyPr anchor="b">
            <a:normAutofit/>
          </a:bodyPr>
          <a:lstStyle>
            <a:lvl1pPr algn="l">
              <a:defRPr sz="7200">
                <a:solidFill>
                  <a:schemeClr val="bg1"/>
                </a:solidFill>
              </a:defRPr>
            </a:lvl1pPr>
          </a:lstStyle>
          <a:p>
            <a:r>
              <a:rPr lang="en-US" dirty="0"/>
              <a:t>Click to edit Master title style</a:t>
            </a:r>
          </a:p>
        </p:txBody>
      </p:sp>
      <p:cxnSp>
        <p:nvCxnSpPr>
          <p:cNvPr id="7" name="Straight Connector 6">
            <a:extLst>
              <a:ext uri="{FF2B5EF4-FFF2-40B4-BE49-F238E27FC236}">
                <a16:creationId xmlns:a16="http://schemas.microsoft.com/office/drawing/2014/main" id="{6A27FB5B-F1F4-96F1-0152-318F0A4000BC}"/>
              </a:ext>
            </a:extLst>
          </p:cNvPr>
          <p:cNvCxnSpPr/>
          <p:nvPr/>
        </p:nvCxnSpPr>
        <p:spPr>
          <a:xfrm>
            <a:off x="429209" y="164150"/>
            <a:ext cx="11762791" cy="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sp>
        <p:nvSpPr>
          <p:cNvPr id="5" name="Footer Placeholder 4">
            <a:extLst>
              <a:ext uri="{FF2B5EF4-FFF2-40B4-BE49-F238E27FC236}">
                <a16:creationId xmlns:a16="http://schemas.microsoft.com/office/drawing/2014/main" id="{5B407A58-3351-E479-1A0C-2FF49FA42707}"/>
              </a:ext>
            </a:extLst>
          </p:cNvPr>
          <p:cNvSpPr>
            <a:spLocks noGrp="1"/>
          </p:cNvSpPr>
          <p:nvPr>
            <p:ph type="ftr" sz="quarter" idx="11"/>
          </p:nvPr>
        </p:nvSpPr>
        <p:spPr/>
        <p:txBody>
          <a:bodyPr/>
          <a:lstStyle>
            <a:lvl1pPr>
              <a:defRPr>
                <a:solidFill>
                  <a:schemeClr val="bg1"/>
                </a:solidFill>
              </a:defRPr>
            </a:lvl1pPr>
          </a:lstStyle>
          <a:p>
            <a:r>
              <a:rPr lang="en-US" dirty="0"/>
              <a:t>GROWTH MARKETING PLAN</a:t>
            </a:r>
          </a:p>
        </p:txBody>
      </p:sp>
      <p:sp>
        <p:nvSpPr>
          <p:cNvPr id="4" name="Date Placeholder 3">
            <a:extLst>
              <a:ext uri="{FF2B5EF4-FFF2-40B4-BE49-F238E27FC236}">
                <a16:creationId xmlns:a16="http://schemas.microsoft.com/office/drawing/2014/main" id="{EAE2DAFA-435E-AAF9-8B67-495E5AFDCD91}"/>
              </a:ext>
            </a:extLst>
          </p:cNvPr>
          <p:cNvSpPr>
            <a:spLocks noGrp="1"/>
          </p:cNvSpPr>
          <p:nvPr>
            <p:ph type="dt" sz="half" idx="10"/>
          </p:nvPr>
        </p:nvSpPr>
        <p:spPr/>
        <p:txBody>
          <a:bodyPr/>
          <a:lstStyle>
            <a:lvl1pPr>
              <a:defRPr>
                <a:solidFill>
                  <a:schemeClr val="bg1"/>
                </a:solidFill>
              </a:defRPr>
            </a:lvl1pPr>
          </a:lstStyle>
          <a:p>
            <a:fld id="{C8626840-FA11-4374-BE46-30DF1EAD92FE}" type="datetime1">
              <a:rPr lang="en-US" smtClean="0"/>
              <a:pPr/>
              <a:t>7/28/2026</a:t>
            </a:fld>
            <a:endParaRPr lang="en-US" dirty="0"/>
          </a:p>
        </p:txBody>
      </p:sp>
      <p:sp>
        <p:nvSpPr>
          <p:cNvPr id="6" name="Slide Number Placeholder 5">
            <a:extLst>
              <a:ext uri="{FF2B5EF4-FFF2-40B4-BE49-F238E27FC236}">
                <a16:creationId xmlns:a16="http://schemas.microsoft.com/office/drawing/2014/main" id="{81789E10-2433-2ECB-9C92-571B583A4CF1}"/>
              </a:ext>
            </a:extLst>
          </p:cNvPr>
          <p:cNvSpPr>
            <a:spLocks noGrp="1"/>
          </p:cNvSpPr>
          <p:nvPr>
            <p:ph type="sldNum" sz="quarter" idx="12"/>
          </p:nvPr>
        </p:nvSpPr>
        <p:spPr/>
        <p:txBody>
          <a:bodyPr/>
          <a:lstStyle>
            <a:lvl1pPr>
              <a:defRPr>
                <a:solidFill>
                  <a:schemeClr val="bg1"/>
                </a:solidFill>
              </a:defRPr>
            </a:lvl1pPr>
          </a:lstStyle>
          <a:p>
            <a:fld id="{CC057153-B650-4DEB-B370-79DDCFDCE934}" type="slidenum">
              <a:rPr lang="en-US" smtClean="0"/>
              <a:pPr/>
              <a:t>‹#›</a:t>
            </a:fld>
            <a:endParaRPr lang="en-US" dirty="0"/>
          </a:p>
        </p:txBody>
      </p:sp>
      <p:cxnSp>
        <p:nvCxnSpPr>
          <p:cNvPr id="3" name="Straight Connector 2">
            <a:extLst>
              <a:ext uri="{FF2B5EF4-FFF2-40B4-BE49-F238E27FC236}">
                <a16:creationId xmlns:a16="http://schemas.microsoft.com/office/drawing/2014/main" id="{61593392-0733-4701-8F74-B58075202E27}"/>
              </a:ext>
            </a:extLst>
          </p:cNvPr>
          <p:cNvCxnSpPr>
            <a:cxnSpLocks/>
          </p:cNvCxnSpPr>
          <p:nvPr userDrawn="1"/>
        </p:nvCxnSpPr>
        <p:spPr>
          <a:xfrm>
            <a:off x="429793" y="0"/>
            <a:ext cx="0" cy="6858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868924608"/>
      </p:ext>
    </p:extLst>
  </p:cSld>
  <p:clrMapOvr>
    <a:overrideClrMapping bg1="dk1" tx1="lt1" bg2="dk2" tx2="lt2" accent1="accent1" accent2="accent2" accent3="accent3" accent4="accent4" accent5="accent5" accent6="accent6" hlink="hlink" folHlink="folHlink"/>
  </p:clrMapOvr>
  <p:extLst>
    <p:ext uri="{DCECCB84-F9BA-43D5-87BE-67443E8EF086}">
      <p15:sldGuideLst xmlns:p15="http://schemas.microsoft.com/office/powerpoint/2012/main">
        <p15:guide id="5" orient="horz" pos="2160">
          <p15:clr>
            <a:srgbClr val="FBAE40"/>
          </p15:clr>
        </p15:guide>
        <p15:guide id="6" pos="3840">
          <p15:clr>
            <a:srgbClr val="FBAE40"/>
          </p15:clr>
        </p15:guide>
      </p15:sldGuideLst>
    </p:ext>
  </p:extLst>
</p:sldLayout>
</file>

<file path=ppt/slideLayouts/slideLayout9.xml><?xml version="1.0" encoding="utf-8"?>
<p:sldLayout xmlns:a="http://schemas.openxmlformats.org/drawingml/2006/main" xmlns:r="http://schemas.openxmlformats.org/officeDocument/2006/relationships" xmlns:p="http://schemas.openxmlformats.org/presentationml/2006/main" preserve="1">
  <p:cSld name="Agenda">
    <p:bg>
      <p:bgPr>
        <a:solidFill>
          <a:schemeClr val="accent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E4019F8-742E-9EEF-F591-C9666AC32AF1}"/>
              </a:ext>
            </a:extLst>
          </p:cNvPr>
          <p:cNvSpPr>
            <a:spLocks noGrp="1"/>
          </p:cNvSpPr>
          <p:nvPr>
            <p:ph type="title"/>
          </p:nvPr>
        </p:nvSpPr>
        <p:spPr>
          <a:xfrm>
            <a:off x="634030" y="1001713"/>
            <a:ext cx="5702371" cy="4855527"/>
          </a:xfrm>
        </p:spPr>
        <p:txBody>
          <a:bodyPr anchor="ctr">
            <a:normAutofit/>
          </a:bodyPr>
          <a:lstStyle>
            <a:lvl1pPr algn="ctr">
              <a:defRPr sz="4000"/>
            </a:lvl1pPr>
          </a:lstStyle>
          <a:p>
            <a:r>
              <a:rPr lang="en-US" dirty="0"/>
              <a:t>Click to edit Master title style</a:t>
            </a:r>
          </a:p>
        </p:txBody>
      </p:sp>
      <p:cxnSp>
        <p:nvCxnSpPr>
          <p:cNvPr id="6" name="Straight Connector 5">
            <a:extLst>
              <a:ext uri="{FF2B5EF4-FFF2-40B4-BE49-F238E27FC236}">
                <a16:creationId xmlns:a16="http://schemas.microsoft.com/office/drawing/2014/main" id="{95807522-A1BC-0AAD-E7B4-C948DF50EAC6}"/>
              </a:ext>
            </a:extLst>
          </p:cNvPr>
          <p:cNvCxnSpPr>
            <a:cxnSpLocks/>
          </p:cNvCxnSpPr>
          <p:nvPr userDrawn="1"/>
        </p:nvCxnSpPr>
        <p:spPr>
          <a:xfrm>
            <a:off x="429793" y="0"/>
            <a:ext cx="0" cy="6858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8" name="Straight Connector 7">
            <a:extLst>
              <a:ext uri="{FF2B5EF4-FFF2-40B4-BE49-F238E27FC236}">
                <a16:creationId xmlns:a16="http://schemas.microsoft.com/office/drawing/2014/main" id="{B08506C6-7398-25A3-A121-87E3BF8366E4}"/>
              </a:ext>
            </a:extLst>
          </p:cNvPr>
          <p:cNvCxnSpPr>
            <a:cxnSpLocks/>
          </p:cNvCxnSpPr>
          <p:nvPr userDrawn="1"/>
        </p:nvCxnSpPr>
        <p:spPr>
          <a:xfrm>
            <a:off x="6541227" y="0"/>
            <a:ext cx="0" cy="6858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9" name="Straight Connector 8">
            <a:extLst>
              <a:ext uri="{FF2B5EF4-FFF2-40B4-BE49-F238E27FC236}">
                <a16:creationId xmlns:a16="http://schemas.microsoft.com/office/drawing/2014/main" id="{2C4D0019-5D4E-18AB-5653-979E0D7032FB}"/>
              </a:ext>
            </a:extLst>
          </p:cNvPr>
          <p:cNvCxnSpPr>
            <a:cxnSpLocks/>
          </p:cNvCxnSpPr>
          <p:nvPr userDrawn="1"/>
        </p:nvCxnSpPr>
        <p:spPr>
          <a:xfrm>
            <a:off x="6541227" y="164150"/>
            <a:ext cx="5650773"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4" name="Footer Placeholder 3">
            <a:extLst>
              <a:ext uri="{FF2B5EF4-FFF2-40B4-BE49-F238E27FC236}">
                <a16:creationId xmlns:a16="http://schemas.microsoft.com/office/drawing/2014/main" id="{0B12CFE6-D05E-5478-B3A4-81DC4DCD7410}"/>
              </a:ext>
            </a:extLst>
          </p:cNvPr>
          <p:cNvSpPr>
            <a:spLocks noGrp="1"/>
          </p:cNvSpPr>
          <p:nvPr>
            <p:ph type="ftr" sz="quarter" idx="11"/>
          </p:nvPr>
        </p:nvSpPr>
        <p:spPr/>
        <p:txBody>
          <a:bodyPr/>
          <a:lstStyle/>
          <a:p>
            <a:r>
              <a:rPr lang="en-US" dirty="0"/>
              <a:t>GROWTH MARKETING PLAN</a:t>
            </a:r>
          </a:p>
        </p:txBody>
      </p:sp>
      <p:sp>
        <p:nvSpPr>
          <p:cNvPr id="3" name="Date Placeholder 2">
            <a:extLst>
              <a:ext uri="{FF2B5EF4-FFF2-40B4-BE49-F238E27FC236}">
                <a16:creationId xmlns:a16="http://schemas.microsoft.com/office/drawing/2014/main" id="{6CC77F2D-39D2-22F7-CF0B-39D63EBF00B7}"/>
              </a:ext>
            </a:extLst>
          </p:cNvPr>
          <p:cNvSpPr>
            <a:spLocks noGrp="1"/>
          </p:cNvSpPr>
          <p:nvPr>
            <p:ph type="dt" sz="half" idx="10"/>
          </p:nvPr>
        </p:nvSpPr>
        <p:spPr/>
        <p:txBody>
          <a:bodyPr/>
          <a:lstStyle/>
          <a:p>
            <a:fld id="{32C7AAB3-9B5A-4636-BF0B-2B99D42F5638}" type="datetime1">
              <a:rPr lang="en-US" smtClean="0"/>
              <a:t>7/28/2026</a:t>
            </a:fld>
            <a:endParaRPr lang="en-US" dirty="0"/>
          </a:p>
        </p:txBody>
      </p:sp>
      <p:sp>
        <p:nvSpPr>
          <p:cNvPr id="5" name="Slide Number Placeholder 4">
            <a:extLst>
              <a:ext uri="{FF2B5EF4-FFF2-40B4-BE49-F238E27FC236}">
                <a16:creationId xmlns:a16="http://schemas.microsoft.com/office/drawing/2014/main" id="{626B86D3-24E1-029E-BA22-9F17F9517D65}"/>
              </a:ext>
            </a:extLst>
          </p:cNvPr>
          <p:cNvSpPr>
            <a:spLocks noGrp="1"/>
          </p:cNvSpPr>
          <p:nvPr>
            <p:ph type="sldNum" sz="quarter" idx="12"/>
          </p:nvPr>
        </p:nvSpPr>
        <p:spPr/>
        <p:txBody>
          <a:bodyPr/>
          <a:lstStyle/>
          <a:p>
            <a:fld id="{CC057153-B650-4DEB-B370-79DDCFDCE934}" type="slidenum">
              <a:rPr lang="en-US" smtClean="0"/>
              <a:t>‹#›</a:t>
            </a:fld>
            <a:endParaRPr lang="en-US" dirty="0"/>
          </a:p>
        </p:txBody>
      </p:sp>
      <p:sp>
        <p:nvSpPr>
          <p:cNvPr id="7" name="Content Placeholder 6">
            <a:extLst>
              <a:ext uri="{FF2B5EF4-FFF2-40B4-BE49-F238E27FC236}">
                <a16:creationId xmlns:a16="http://schemas.microsoft.com/office/drawing/2014/main" id="{28C8B19A-6FC1-2B71-0BFB-9274CBF396B9}"/>
              </a:ext>
            </a:extLst>
          </p:cNvPr>
          <p:cNvSpPr>
            <a:spLocks noGrp="1"/>
          </p:cNvSpPr>
          <p:nvPr>
            <p:ph sz="quarter" idx="13"/>
          </p:nvPr>
        </p:nvSpPr>
        <p:spPr>
          <a:xfrm>
            <a:off x="7224097" y="1001713"/>
            <a:ext cx="4333859" cy="4855527"/>
          </a:xfrm>
        </p:spPr>
        <p:txBody>
          <a:bodyPr anchor="ctr">
            <a:normAutofit/>
          </a:bodyPr>
          <a:lstStyle>
            <a:lvl1pPr marL="457200" indent="-457200" algn="l">
              <a:buFont typeface="+mj-lt"/>
              <a:buAutoNum type="arabicPeriod"/>
              <a:defRPr sz="1600"/>
            </a:lvl1pPr>
            <a:lvl2pPr marL="685800" indent="-457200" algn="l">
              <a:buFont typeface="+mj-lt"/>
              <a:buAutoNum type="arabicPeriod"/>
              <a:defRPr sz="1600"/>
            </a:lvl2pPr>
            <a:lvl3pPr marL="800100" indent="-342900" algn="l">
              <a:buFont typeface="+mj-lt"/>
              <a:buAutoNum type="arabicPeriod"/>
              <a:defRPr sz="1600"/>
            </a:lvl3pPr>
            <a:lvl4pPr marL="1028700" indent="-342900" algn="l">
              <a:buFont typeface="+mj-lt"/>
              <a:buAutoNum type="arabicPeriod"/>
              <a:defRPr sz="1600"/>
            </a:lvl4pPr>
            <a:lvl5pPr marL="1257300" indent="-342900" algn="l">
              <a:buFont typeface="+mj-lt"/>
              <a:buAutoNum type="arabicPeriod"/>
              <a:defRPr sz="16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121447225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Agenda with Picture">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E4019F8-742E-9EEF-F591-C9666AC32AF1}"/>
              </a:ext>
            </a:extLst>
          </p:cNvPr>
          <p:cNvSpPr>
            <a:spLocks noGrp="1"/>
          </p:cNvSpPr>
          <p:nvPr>
            <p:ph type="title"/>
          </p:nvPr>
        </p:nvSpPr>
        <p:spPr>
          <a:xfrm>
            <a:off x="6761419" y="1001716"/>
            <a:ext cx="4796545" cy="1503374"/>
          </a:xfrm>
        </p:spPr>
        <p:txBody>
          <a:bodyPr anchor="b">
            <a:normAutofit/>
          </a:bodyPr>
          <a:lstStyle>
            <a:lvl1pPr>
              <a:defRPr sz="4000"/>
            </a:lvl1pPr>
          </a:lstStyle>
          <a:p>
            <a:r>
              <a:rPr lang="en-US" dirty="0"/>
              <a:t>Click to edit Master title style</a:t>
            </a:r>
          </a:p>
        </p:txBody>
      </p:sp>
      <p:cxnSp>
        <p:nvCxnSpPr>
          <p:cNvPr id="9" name="Straight Connector 8">
            <a:extLst>
              <a:ext uri="{FF2B5EF4-FFF2-40B4-BE49-F238E27FC236}">
                <a16:creationId xmlns:a16="http://schemas.microsoft.com/office/drawing/2014/main" id="{1C92E087-D311-16FB-DFD8-7DFD79458D04}"/>
              </a:ext>
            </a:extLst>
          </p:cNvPr>
          <p:cNvCxnSpPr>
            <a:cxnSpLocks/>
          </p:cNvCxnSpPr>
          <p:nvPr userDrawn="1"/>
        </p:nvCxnSpPr>
        <p:spPr>
          <a:xfrm>
            <a:off x="6096000" y="164150"/>
            <a:ext cx="6096000"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4" name="Footer Placeholder 3">
            <a:extLst>
              <a:ext uri="{FF2B5EF4-FFF2-40B4-BE49-F238E27FC236}">
                <a16:creationId xmlns:a16="http://schemas.microsoft.com/office/drawing/2014/main" id="{0B12CFE6-D05E-5478-B3A4-81DC4DCD7410}"/>
              </a:ext>
            </a:extLst>
          </p:cNvPr>
          <p:cNvSpPr>
            <a:spLocks noGrp="1"/>
          </p:cNvSpPr>
          <p:nvPr>
            <p:ph type="ftr" sz="quarter" idx="11"/>
          </p:nvPr>
        </p:nvSpPr>
        <p:spPr>
          <a:xfrm rot="16200000">
            <a:off x="-2067304" y="2231454"/>
            <a:ext cx="4564376" cy="429768"/>
          </a:xfrm>
        </p:spPr>
        <p:txBody>
          <a:bodyPr/>
          <a:lstStyle/>
          <a:p>
            <a:r>
              <a:rPr lang="en-US" dirty="0"/>
              <a:t>GROWTH MARKETING PLAN</a:t>
            </a:r>
          </a:p>
        </p:txBody>
      </p:sp>
      <p:sp>
        <p:nvSpPr>
          <p:cNvPr id="3" name="Date Placeholder 2">
            <a:extLst>
              <a:ext uri="{FF2B5EF4-FFF2-40B4-BE49-F238E27FC236}">
                <a16:creationId xmlns:a16="http://schemas.microsoft.com/office/drawing/2014/main" id="{6CC77F2D-39D2-22F7-CF0B-39D63EBF00B7}"/>
              </a:ext>
            </a:extLst>
          </p:cNvPr>
          <p:cNvSpPr>
            <a:spLocks noGrp="1"/>
          </p:cNvSpPr>
          <p:nvPr>
            <p:ph type="dt" sz="half" idx="10"/>
          </p:nvPr>
        </p:nvSpPr>
        <p:spPr>
          <a:xfrm rot="16200000">
            <a:off x="-532353" y="5260880"/>
            <a:ext cx="1494474" cy="429768"/>
          </a:xfrm>
        </p:spPr>
        <p:txBody>
          <a:bodyPr/>
          <a:lstStyle/>
          <a:p>
            <a:fld id="{569377BB-3A7F-48AE-8949-DF715FC88965}" type="datetime1">
              <a:rPr lang="en-US" smtClean="0"/>
              <a:t>7/28/2026</a:t>
            </a:fld>
            <a:endParaRPr lang="en-US" dirty="0"/>
          </a:p>
        </p:txBody>
      </p:sp>
      <p:sp>
        <p:nvSpPr>
          <p:cNvPr id="5" name="Slide Number Placeholder 4">
            <a:extLst>
              <a:ext uri="{FF2B5EF4-FFF2-40B4-BE49-F238E27FC236}">
                <a16:creationId xmlns:a16="http://schemas.microsoft.com/office/drawing/2014/main" id="{626B86D3-24E1-029E-BA22-9F17F9517D65}"/>
              </a:ext>
            </a:extLst>
          </p:cNvPr>
          <p:cNvSpPr>
            <a:spLocks noGrp="1"/>
          </p:cNvSpPr>
          <p:nvPr>
            <p:ph type="sldNum" sz="quarter" idx="12"/>
          </p:nvPr>
        </p:nvSpPr>
        <p:spPr/>
        <p:txBody>
          <a:bodyPr/>
          <a:lstStyle/>
          <a:p>
            <a:fld id="{CC057153-B650-4DEB-B370-79DDCFDCE934}" type="slidenum">
              <a:rPr lang="en-US" smtClean="0"/>
              <a:t>‹#›</a:t>
            </a:fld>
            <a:endParaRPr lang="en-US" dirty="0"/>
          </a:p>
        </p:txBody>
      </p:sp>
      <p:sp>
        <p:nvSpPr>
          <p:cNvPr id="8" name="Picture Placeholder 7">
            <a:extLst>
              <a:ext uri="{FF2B5EF4-FFF2-40B4-BE49-F238E27FC236}">
                <a16:creationId xmlns:a16="http://schemas.microsoft.com/office/drawing/2014/main" id="{9AC20259-235D-F9C3-3788-C1457976F5AC}"/>
              </a:ext>
            </a:extLst>
          </p:cNvPr>
          <p:cNvSpPr>
            <a:spLocks noGrp="1"/>
          </p:cNvSpPr>
          <p:nvPr>
            <p:ph type="pic" sz="quarter" idx="14"/>
          </p:nvPr>
        </p:nvSpPr>
        <p:spPr>
          <a:xfrm>
            <a:off x="598329" y="0"/>
            <a:ext cx="5331038" cy="6858000"/>
          </a:xfrm>
          <a:blipFill dpi="0" rotWithShape="1">
            <a:blip r:embed="rId2">
              <a:alphaModFix amt="60000"/>
            </a:blip>
            <a:srcRect/>
            <a:stretch>
              <a:fillRect/>
            </a:stretch>
          </a:blipFill>
        </p:spPr>
        <p:txBody>
          <a:bodyPr/>
          <a:lstStyle>
            <a:lvl1pPr marL="0" indent="0">
              <a:buNone/>
              <a:defRPr/>
            </a:lvl1pPr>
          </a:lstStyle>
          <a:p>
            <a:r>
              <a:rPr lang="en-US" dirty="0"/>
              <a:t>Click icon to add picture</a:t>
            </a:r>
          </a:p>
        </p:txBody>
      </p:sp>
      <p:sp>
        <p:nvSpPr>
          <p:cNvPr id="7" name="Content Placeholder 6">
            <a:extLst>
              <a:ext uri="{FF2B5EF4-FFF2-40B4-BE49-F238E27FC236}">
                <a16:creationId xmlns:a16="http://schemas.microsoft.com/office/drawing/2014/main" id="{28C8B19A-6FC1-2B71-0BFB-9274CBF396B9}"/>
              </a:ext>
            </a:extLst>
          </p:cNvPr>
          <p:cNvSpPr>
            <a:spLocks noGrp="1"/>
          </p:cNvSpPr>
          <p:nvPr>
            <p:ph sz="quarter" idx="13"/>
          </p:nvPr>
        </p:nvSpPr>
        <p:spPr>
          <a:xfrm>
            <a:off x="6776581" y="2886088"/>
            <a:ext cx="4781383" cy="3336912"/>
          </a:xfrm>
        </p:spPr>
        <p:txBody>
          <a:bodyPr anchor="b">
            <a:normAutofit/>
          </a:bodyPr>
          <a:lstStyle>
            <a:lvl1pPr marL="0" indent="0">
              <a:buFont typeface="+mj-lt"/>
              <a:buNone/>
              <a:defRPr sz="1600"/>
            </a:lvl1pPr>
            <a:lvl2pPr marL="228600" indent="0">
              <a:buFont typeface="+mj-lt"/>
              <a:buNone/>
              <a:defRPr sz="1600"/>
            </a:lvl2pPr>
            <a:lvl3pPr marL="457200" indent="0">
              <a:buFont typeface="+mj-lt"/>
              <a:buNone/>
              <a:defRPr sz="1600"/>
            </a:lvl3pPr>
            <a:lvl4pPr marL="685800" indent="0">
              <a:buFont typeface="+mj-lt"/>
              <a:buNone/>
              <a:defRPr sz="1600"/>
            </a:lvl4pPr>
            <a:lvl5pPr marL="914400" indent="0">
              <a:buFont typeface="+mj-lt"/>
              <a:buNone/>
              <a:defRPr sz="16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cxnSp>
        <p:nvCxnSpPr>
          <p:cNvPr id="13" name="Straight Connector 12">
            <a:extLst>
              <a:ext uri="{FF2B5EF4-FFF2-40B4-BE49-F238E27FC236}">
                <a16:creationId xmlns:a16="http://schemas.microsoft.com/office/drawing/2014/main" id="{141EF905-FBC0-6AEE-DA7E-A6361F7EF6BB}"/>
              </a:ext>
            </a:extLst>
          </p:cNvPr>
          <p:cNvCxnSpPr>
            <a:cxnSpLocks/>
          </p:cNvCxnSpPr>
          <p:nvPr userDrawn="1"/>
        </p:nvCxnSpPr>
        <p:spPr>
          <a:xfrm>
            <a:off x="6099047" y="0"/>
            <a:ext cx="0" cy="6858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4" name="Straight Connector 13">
            <a:extLst>
              <a:ext uri="{FF2B5EF4-FFF2-40B4-BE49-F238E27FC236}">
                <a16:creationId xmlns:a16="http://schemas.microsoft.com/office/drawing/2014/main" id="{6EC5A10F-4276-544F-CA8D-14E3EDCA493B}"/>
              </a:ext>
            </a:extLst>
          </p:cNvPr>
          <p:cNvCxnSpPr>
            <a:cxnSpLocks/>
          </p:cNvCxnSpPr>
          <p:nvPr userDrawn="1"/>
        </p:nvCxnSpPr>
        <p:spPr>
          <a:xfrm>
            <a:off x="429793" y="0"/>
            <a:ext cx="0" cy="6858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31256785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Content 2">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7433D9-FD02-59E2-0F81-A0B7201D2DA0}"/>
              </a:ext>
            </a:extLst>
          </p:cNvPr>
          <p:cNvSpPr>
            <a:spLocks noGrp="1"/>
          </p:cNvSpPr>
          <p:nvPr>
            <p:ph type="title"/>
          </p:nvPr>
        </p:nvSpPr>
        <p:spPr>
          <a:xfrm>
            <a:off x="634030" y="2496190"/>
            <a:ext cx="4714881" cy="2232336"/>
          </a:xfrm>
        </p:spPr>
        <p:txBody>
          <a:bodyPr>
            <a:normAutofit/>
          </a:bodyPr>
          <a:lstStyle>
            <a:lvl1pPr>
              <a:defRPr sz="4000"/>
            </a:lvl1pPr>
          </a:lstStyle>
          <a:p>
            <a:r>
              <a:rPr lang="en-US" dirty="0"/>
              <a:t>Click to edit Master title style</a:t>
            </a:r>
          </a:p>
        </p:txBody>
      </p:sp>
      <p:cxnSp>
        <p:nvCxnSpPr>
          <p:cNvPr id="9" name="Straight Connector 8">
            <a:extLst>
              <a:ext uri="{FF2B5EF4-FFF2-40B4-BE49-F238E27FC236}">
                <a16:creationId xmlns:a16="http://schemas.microsoft.com/office/drawing/2014/main" id="{430124F2-891B-DC7A-86AD-C038AE8A6493}"/>
              </a:ext>
            </a:extLst>
          </p:cNvPr>
          <p:cNvCxnSpPr/>
          <p:nvPr userDrawn="1"/>
        </p:nvCxnSpPr>
        <p:spPr>
          <a:xfrm>
            <a:off x="429209" y="164150"/>
            <a:ext cx="11762791"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5" name="Footer Placeholder 4">
            <a:extLst>
              <a:ext uri="{FF2B5EF4-FFF2-40B4-BE49-F238E27FC236}">
                <a16:creationId xmlns:a16="http://schemas.microsoft.com/office/drawing/2014/main" id="{B17E6B5E-6174-FD5C-41E8-FFC44C650D7E}"/>
              </a:ext>
            </a:extLst>
          </p:cNvPr>
          <p:cNvSpPr>
            <a:spLocks noGrp="1"/>
          </p:cNvSpPr>
          <p:nvPr>
            <p:ph type="ftr" sz="quarter" idx="11"/>
          </p:nvPr>
        </p:nvSpPr>
        <p:spPr/>
        <p:txBody>
          <a:bodyPr/>
          <a:lstStyle/>
          <a:p>
            <a:r>
              <a:rPr lang="en-US" dirty="0"/>
              <a:t>GROWTH MARKETING PLAN</a:t>
            </a:r>
          </a:p>
        </p:txBody>
      </p:sp>
      <p:sp>
        <p:nvSpPr>
          <p:cNvPr id="4" name="Date Placeholder 3">
            <a:extLst>
              <a:ext uri="{FF2B5EF4-FFF2-40B4-BE49-F238E27FC236}">
                <a16:creationId xmlns:a16="http://schemas.microsoft.com/office/drawing/2014/main" id="{0B9485D1-E172-8F0A-A425-3097B3ABCFB4}"/>
              </a:ext>
            </a:extLst>
          </p:cNvPr>
          <p:cNvSpPr>
            <a:spLocks noGrp="1"/>
          </p:cNvSpPr>
          <p:nvPr>
            <p:ph type="dt" sz="half" idx="10"/>
          </p:nvPr>
        </p:nvSpPr>
        <p:spPr/>
        <p:txBody>
          <a:bodyPr/>
          <a:lstStyle/>
          <a:p>
            <a:fld id="{39F5C65A-63EB-4D03-A77A-34D9179F227E}" type="datetime1">
              <a:rPr lang="en-US" smtClean="0"/>
              <a:t>7/28/2026</a:t>
            </a:fld>
            <a:endParaRPr lang="en-US" dirty="0"/>
          </a:p>
        </p:txBody>
      </p:sp>
      <p:sp>
        <p:nvSpPr>
          <p:cNvPr id="6" name="Slide Number Placeholder 5">
            <a:extLst>
              <a:ext uri="{FF2B5EF4-FFF2-40B4-BE49-F238E27FC236}">
                <a16:creationId xmlns:a16="http://schemas.microsoft.com/office/drawing/2014/main" id="{4BF72154-F85B-E301-DA57-E314D7315916}"/>
              </a:ext>
            </a:extLst>
          </p:cNvPr>
          <p:cNvSpPr>
            <a:spLocks noGrp="1"/>
          </p:cNvSpPr>
          <p:nvPr>
            <p:ph type="sldNum" sz="quarter" idx="12"/>
          </p:nvPr>
        </p:nvSpPr>
        <p:spPr/>
        <p:txBody>
          <a:bodyPr/>
          <a:lstStyle/>
          <a:p>
            <a:fld id="{CC057153-B650-4DEB-B370-79DDCFDCE934}" type="slidenum">
              <a:rPr lang="en-US" smtClean="0"/>
              <a:t>‹#›</a:t>
            </a:fld>
            <a:endParaRPr lang="en-US" dirty="0"/>
          </a:p>
        </p:txBody>
      </p:sp>
      <p:sp>
        <p:nvSpPr>
          <p:cNvPr id="8" name="Content Placeholder 7">
            <a:extLst>
              <a:ext uri="{FF2B5EF4-FFF2-40B4-BE49-F238E27FC236}">
                <a16:creationId xmlns:a16="http://schemas.microsoft.com/office/drawing/2014/main" id="{7D633F00-464B-3088-812A-40496FD1021A}"/>
              </a:ext>
            </a:extLst>
          </p:cNvPr>
          <p:cNvSpPr>
            <a:spLocks noGrp="1"/>
          </p:cNvSpPr>
          <p:nvPr>
            <p:ph sz="quarter" idx="13"/>
          </p:nvPr>
        </p:nvSpPr>
        <p:spPr>
          <a:xfrm>
            <a:off x="6273800" y="2496190"/>
            <a:ext cx="4325112" cy="2232335"/>
          </a:xfrm>
        </p:spPr>
        <p:txBody>
          <a:bodyPr>
            <a:normAutofit/>
          </a:bodyPr>
          <a:lstStyle>
            <a:lvl1pPr marL="0" indent="0">
              <a:buNone/>
              <a:defRPr sz="1600"/>
            </a:lvl1pPr>
            <a:lvl2pPr marL="228600" indent="0">
              <a:buNone/>
              <a:defRPr sz="1600"/>
            </a:lvl2pPr>
            <a:lvl3pPr marL="457200" indent="0">
              <a:buNone/>
              <a:defRPr sz="1600"/>
            </a:lvl3pPr>
            <a:lvl4pPr marL="685800" indent="0">
              <a:buNone/>
              <a:defRPr sz="1600"/>
            </a:lvl4pPr>
            <a:lvl5pPr marL="914400" indent="0">
              <a:buNone/>
              <a:defRPr sz="16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cxnSp>
        <p:nvCxnSpPr>
          <p:cNvPr id="7" name="Straight Connector 6">
            <a:extLst>
              <a:ext uri="{FF2B5EF4-FFF2-40B4-BE49-F238E27FC236}">
                <a16:creationId xmlns:a16="http://schemas.microsoft.com/office/drawing/2014/main" id="{CD1D8F17-EF76-0E40-74BF-199C61642602}"/>
              </a:ext>
            </a:extLst>
          </p:cNvPr>
          <p:cNvCxnSpPr>
            <a:cxnSpLocks/>
          </p:cNvCxnSpPr>
          <p:nvPr userDrawn="1"/>
        </p:nvCxnSpPr>
        <p:spPr>
          <a:xfrm>
            <a:off x="429793" y="0"/>
            <a:ext cx="0" cy="6858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890735044"/>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Content 3">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7433D9-FD02-59E2-0F81-A0B7201D2DA0}"/>
              </a:ext>
            </a:extLst>
          </p:cNvPr>
          <p:cNvSpPr>
            <a:spLocks noGrp="1"/>
          </p:cNvSpPr>
          <p:nvPr>
            <p:ph type="title"/>
          </p:nvPr>
        </p:nvSpPr>
        <p:spPr>
          <a:xfrm>
            <a:off x="634030" y="2133757"/>
            <a:ext cx="4328497" cy="3728831"/>
          </a:xfrm>
        </p:spPr>
        <p:txBody>
          <a:bodyPr>
            <a:normAutofit/>
          </a:bodyPr>
          <a:lstStyle>
            <a:lvl1pPr>
              <a:defRPr sz="4000"/>
            </a:lvl1pPr>
          </a:lstStyle>
          <a:p>
            <a:r>
              <a:rPr lang="en-US" dirty="0"/>
              <a:t>Click to edit Master title style</a:t>
            </a:r>
          </a:p>
        </p:txBody>
      </p:sp>
      <p:cxnSp>
        <p:nvCxnSpPr>
          <p:cNvPr id="9" name="Straight Connector 8">
            <a:extLst>
              <a:ext uri="{FF2B5EF4-FFF2-40B4-BE49-F238E27FC236}">
                <a16:creationId xmlns:a16="http://schemas.microsoft.com/office/drawing/2014/main" id="{6EB3FC25-52BF-D39B-F6D8-ACD115F19721}"/>
              </a:ext>
            </a:extLst>
          </p:cNvPr>
          <p:cNvCxnSpPr/>
          <p:nvPr userDrawn="1"/>
        </p:nvCxnSpPr>
        <p:spPr>
          <a:xfrm>
            <a:off x="429209" y="164150"/>
            <a:ext cx="11762791"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5" name="Footer Placeholder 4">
            <a:extLst>
              <a:ext uri="{FF2B5EF4-FFF2-40B4-BE49-F238E27FC236}">
                <a16:creationId xmlns:a16="http://schemas.microsoft.com/office/drawing/2014/main" id="{B17E6B5E-6174-FD5C-41E8-FFC44C650D7E}"/>
              </a:ext>
            </a:extLst>
          </p:cNvPr>
          <p:cNvSpPr>
            <a:spLocks noGrp="1"/>
          </p:cNvSpPr>
          <p:nvPr>
            <p:ph type="ftr" sz="quarter" idx="11"/>
          </p:nvPr>
        </p:nvSpPr>
        <p:spPr/>
        <p:txBody>
          <a:bodyPr/>
          <a:lstStyle/>
          <a:p>
            <a:r>
              <a:rPr lang="en-US" dirty="0"/>
              <a:t>GROWTH MARKETING PLAN</a:t>
            </a:r>
          </a:p>
        </p:txBody>
      </p:sp>
      <p:sp>
        <p:nvSpPr>
          <p:cNvPr id="4" name="Date Placeholder 3">
            <a:extLst>
              <a:ext uri="{FF2B5EF4-FFF2-40B4-BE49-F238E27FC236}">
                <a16:creationId xmlns:a16="http://schemas.microsoft.com/office/drawing/2014/main" id="{0B9485D1-E172-8F0A-A425-3097B3ABCFB4}"/>
              </a:ext>
            </a:extLst>
          </p:cNvPr>
          <p:cNvSpPr>
            <a:spLocks noGrp="1"/>
          </p:cNvSpPr>
          <p:nvPr>
            <p:ph type="dt" sz="half" idx="10"/>
          </p:nvPr>
        </p:nvSpPr>
        <p:spPr/>
        <p:txBody>
          <a:bodyPr/>
          <a:lstStyle/>
          <a:p>
            <a:fld id="{943B156B-F59C-4C90-B2BF-52C692BF43D0}" type="datetime1">
              <a:rPr lang="en-US" smtClean="0"/>
              <a:t>7/28/2026</a:t>
            </a:fld>
            <a:endParaRPr lang="en-US" dirty="0"/>
          </a:p>
        </p:txBody>
      </p:sp>
      <p:sp>
        <p:nvSpPr>
          <p:cNvPr id="6" name="Slide Number Placeholder 5">
            <a:extLst>
              <a:ext uri="{FF2B5EF4-FFF2-40B4-BE49-F238E27FC236}">
                <a16:creationId xmlns:a16="http://schemas.microsoft.com/office/drawing/2014/main" id="{4BF72154-F85B-E301-DA57-E314D7315916}"/>
              </a:ext>
            </a:extLst>
          </p:cNvPr>
          <p:cNvSpPr>
            <a:spLocks noGrp="1"/>
          </p:cNvSpPr>
          <p:nvPr>
            <p:ph type="sldNum" sz="quarter" idx="12"/>
          </p:nvPr>
        </p:nvSpPr>
        <p:spPr/>
        <p:txBody>
          <a:bodyPr/>
          <a:lstStyle/>
          <a:p>
            <a:fld id="{CC057153-B650-4DEB-B370-79DDCFDCE934}" type="slidenum">
              <a:rPr lang="en-US" smtClean="0"/>
              <a:t>‹#›</a:t>
            </a:fld>
            <a:endParaRPr lang="en-US" dirty="0"/>
          </a:p>
        </p:txBody>
      </p:sp>
      <p:sp>
        <p:nvSpPr>
          <p:cNvPr id="8" name="Content Placeholder 7">
            <a:extLst>
              <a:ext uri="{FF2B5EF4-FFF2-40B4-BE49-F238E27FC236}">
                <a16:creationId xmlns:a16="http://schemas.microsoft.com/office/drawing/2014/main" id="{D42D62A0-8127-CE86-0633-0D65E1E136F7}"/>
              </a:ext>
            </a:extLst>
          </p:cNvPr>
          <p:cNvSpPr>
            <a:spLocks noGrp="1"/>
          </p:cNvSpPr>
          <p:nvPr>
            <p:ph sz="quarter" idx="13"/>
          </p:nvPr>
        </p:nvSpPr>
        <p:spPr>
          <a:xfrm>
            <a:off x="5348911" y="2129475"/>
            <a:ext cx="5266077" cy="3727766"/>
          </a:xfrm>
        </p:spPr>
        <p:txBody>
          <a:bodyPr>
            <a:normAutofit/>
          </a:bodyPr>
          <a:lstStyle>
            <a:lvl1pPr marL="0" indent="0">
              <a:buNone/>
              <a:defRPr sz="1600"/>
            </a:lvl1pPr>
            <a:lvl2pPr marL="228600" indent="0">
              <a:buNone/>
              <a:defRPr sz="1600"/>
            </a:lvl2pPr>
            <a:lvl3pPr marL="457200" indent="0">
              <a:buNone/>
              <a:defRPr sz="1600"/>
            </a:lvl3pPr>
            <a:lvl4pPr marL="685800" indent="0">
              <a:buNone/>
              <a:defRPr sz="1600"/>
            </a:lvl4pPr>
            <a:lvl5pPr marL="914400" indent="0">
              <a:buNone/>
              <a:defRPr sz="16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cxnSp>
        <p:nvCxnSpPr>
          <p:cNvPr id="3" name="Straight Connector 2">
            <a:extLst>
              <a:ext uri="{FF2B5EF4-FFF2-40B4-BE49-F238E27FC236}">
                <a16:creationId xmlns:a16="http://schemas.microsoft.com/office/drawing/2014/main" id="{A9054AC9-7FE7-AA63-76C1-0BB3E059FCEA}"/>
              </a:ext>
            </a:extLst>
          </p:cNvPr>
          <p:cNvCxnSpPr>
            <a:cxnSpLocks/>
          </p:cNvCxnSpPr>
          <p:nvPr userDrawn="1"/>
        </p:nvCxnSpPr>
        <p:spPr>
          <a:xfrm>
            <a:off x="429793" y="0"/>
            <a:ext cx="0" cy="6858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702022469"/>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Content 4">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7433D9-FD02-59E2-0F81-A0B7201D2DA0}"/>
              </a:ext>
            </a:extLst>
          </p:cNvPr>
          <p:cNvSpPr>
            <a:spLocks noGrp="1"/>
          </p:cNvSpPr>
          <p:nvPr>
            <p:ph type="title"/>
          </p:nvPr>
        </p:nvSpPr>
        <p:spPr>
          <a:xfrm>
            <a:off x="634030" y="1381759"/>
            <a:ext cx="4358311" cy="4841241"/>
          </a:xfrm>
        </p:spPr>
        <p:txBody>
          <a:bodyPr>
            <a:normAutofit/>
          </a:bodyPr>
          <a:lstStyle>
            <a:lvl1pPr>
              <a:defRPr sz="4000"/>
            </a:lvl1pPr>
          </a:lstStyle>
          <a:p>
            <a:r>
              <a:rPr lang="en-US" dirty="0"/>
              <a:t>Click to edit Master title style</a:t>
            </a:r>
          </a:p>
        </p:txBody>
      </p:sp>
      <p:cxnSp>
        <p:nvCxnSpPr>
          <p:cNvPr id="9" name="Straight Connector 8">
            <a:extLst>
              <a:ext uri="{FF2B5EF4-FFF2-40B4-BE49-F238E27FC236}">
                <a16:creationId xmlns:a16="http://schemas.microsoft.com/office/drawing/2014/main" id="{1835D4DD-0247-2268-9444-EBEAF09126E2}"/>
              </a:ext>
            </a:extLst>
          </p:cNvPr>
          <p:cNvCxnSpPr/>
          <p:nvPr userDrawn="1"/>
        </p:nvCxnSpPr>
        <p:spPr>
          <a:xfrm>
            <a:off x="429209" y="164150"/>
            <a:ext cx="11762791"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5" name="Footer Placeholder 4">
            <a:extLst>
              <a:ext uri="{FF2B5EF4-FFF2-40B4-BE49-F238E27FC236}">
                <a16:creationId xmlns:a16="http://schemas.microsoft.com/office/drawing/2014/main" id="{B17E6B5E-6174-FD5C-41E8-FFC44C650D7E}"/>
              </a:ext>
            </a:extLst>
          </p:cNvPr>
          <p:cNvSpPr>
            <a:spLocks noGrp="1"/>
          </p:cNvSpPr>
          <p:nvPr>
            <p:ph type="ftr" sz="quarter" idx="11"/>
          </p:nvPr>
        </p:nvSpPr>
        <p:spPr/>
        <p:txBody>
          <a:bodyPr/>
          <a:lstStyle/>
          <a:p>
            <a:r>
              <a:rPr lang="en-US" dirty="0"/>
              <a:t>GROWTH MARKETING PLAN</a:t>
            </a:r>
          </a:p>
        </p:txBody>
      </p:sp>
      <p:sp>
        <p:nvSpPr>
          <p:cNvPr id="4" name="Date Placeholder 3">
            <a:extLst>
              <a:ext uri="{FF2B5EF4-FFF2-40B4-BE49-F238E27FC236}">
                <a16:creationId xmlns:a16="http://schemas.microsoft.com/office/drawing/2014/main" id="{0B9485D1-E172-8F0A-A425-3097B3ABCFB4}"/>
              </a:ext>
            </a:extLst>
          </p:cNvPr>
          <p:cNvSpPr>
            <a:spLocks noGrp="1"/>
          </p:cNvSpPr>
          <p:nvPr>
            <p:ph type="dt" sz="half" idx="10"/>
          </p:nvPr>
        </p:nvSpPr>
        <p:spPr/>
        <p:txBody>
          <a:bodyPr/>
          <a:lstStyle/>
          <a:p>
            <a:fld id="{DE5D3B20-6D77-4E10-9C9F-10A32026F483}" type="datetime1">
              <a:rPr lang="en-US" smtClean="0"/>
              <a:t>7/28/2026</a:t>
            </a:fld>
            <a:endParaRPr lang="en-US" dirty="0"/>
          </a:p>
        </p:txBody>
      </p:sp>
      <p:sp>
        <p:nvSpPr>
          <p:cNvPr id="6" name="Slide Number Placeholder 5">
            <a:extLst>
              <a:ext uri="{FF2B5EF4-FFF2-40B4-BE49-F238E27FC236}">
                <a16:creationId xmlns:a16="http://schemas.microsoft.com/office/drawing/2014/main" id="{4BF72154-F85B-E301-DA57-E314D7315916}"/>
              </a:ext>
            </a:extLst>
          </p:cNvPr>
          <p:cNvSpPr>
            <a:spLocks noGrp="1"/>
          </p:cNvSpPr>
          <p:nvPr>
            <p:ph type="sldNum" sz="quarter" idx="12"/>
          </p:nvPr>
        </p:nvSpPr>
        <p:spPr/>
        <p:txBody>
          <a:bodyPr/>
          <a:lstStyle/>
          <a:p>
            <a:fld id="{CC057153-B650-4DEB-B370-79DDCFDCE934}" type="slidenum">
              <a:rPr lang="en-US" smtClean="0"/>
              <a:t>‹#›</a:t>
            </a:fld>
            <a:endParaRPr lang="en-US" dirty="0"/>
          </a:p>
        </p:txBody>
      </p:sp>
      <p:sp>
        <p:nvSpPr>
          <p:cNvPr id="8" name="Content Placeholder 7">
            <a:extLst>
              <a:ext uri="{FF2B5EF4-FFF2-40B4-BE49-F238E27FC236}">
                <a16:creationId xmlns:a16="http://schemas.microsoft.com/office/drawing/2014/main" id="{FFB4667A-FE47-8556-FD3A-55FDBA801D76}"/>
              </a:ext>
            </a:extLst>
          </p:cNvPr>
          <p:cNvSpPr>
            <a:spLocks noGrp="1"/>
          </p:cNvSpPr>
          <p:nvPr>
            <p:ph sz="quarter" idx="13"/>
          </p:nvPr>
        </p:nvSpPr>
        <p:spPr>
          <a:xfrm>
            <a:off x="5378726" y="1381759"/>
            <a:ext cx="5622648" cy="4841241"/>
          </a:xfrm>
        </p:spPr>
        <p:txBody>
          <a:bodyPr>
            <a:normAutofit/>
          </a:bodyPr>
          <a:lstStyle>
            <a:lvl1pPr>
              <a:defRPr sz="1600"/>
            </a:lvl1pPr>
            <a:lvl2pPr>
              <a:defRPr sz="1600"/>
            </a:lvl2pPr>
            <a:lvl3pPr>
              <a:defRPr sz="1600"/>
            </a:lvl3pPr>
            <a:lvl4pPr>
              <a:defRPr sz="1600"/>
            </a:lvl4pPr>
            <a:lvl5pPr>
              <a:defRPr sz="16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cxnSp>
        <p:nvCxnSpPr>
          <p:cNvPr id="3" name="Straight Connector 2">
            <a:extLst>
              <a:ext uri="{FF2B5EF4-FFF2-40B4-BE49-F238E27FC236}">
                <a16:creationId xmlns:a16="http://schemas.microsoft.com/office/drawing/2014/main" id="{D32B1FAB-0434-52D4-45F7-F1C56FA427F8}"/>
              </a:ext>
            </a:extLst>
          </p:cNvPr>
          <p:cNvCxnSpPr>
            <a:cxnSpLocks/>
          </p:cNvCxnSpPr>
          <p:nvPr userDrawn="1"/>
        </p:nvCxnSpPr>
        <p:spPr>
          <a:xfrm>
            <a:off x="429793" y="0"/>
            <a:ext cx="0" cy="6858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853729325"/>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Content 5">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7433D9-FD02-59E2-0F81-A0B7201D2DA0}"/>
              </a:ext>
            </a:extLst>
          </p:cNvPr>
          <p:cNvSpPr>
            <a:spLocks noGrp="1"/>
          </p:cNvSpPr>
          <p:nvPr>
            <p:ph type="title"/>
          </p:nvPr>
        </p:nvSpPr>
        <p:spPr>
          <a:xfrm>
            <a:off x="634029" y="1001715"/>
            <a:ext cx="4328497" cy="4855526"/>
          </a:xfrm>
        </p:spPr>
        <p:txBody>
          <a:bodyPr anchor="ctr">
            <a:normAutofit/>
          </a:bodyPr>
          <a:lstStyle>
            <a:lvl1pPr algn="ctr">
              <a:defRPr sz="4000"/>
            </a:lvl1pPr>
          </a:lstStyle>
          <a:p>
            <a:r>
              <a:rPr lang="en-US" dirty="0"/>
              <a:t>Click to edit Master title style</a:t>
            </a:r>
          </a:p>
        </p:txBody>
      </p:sp>
      <p:sp>
        <p:nvSpPr>
          <p:cNvPr id="5" name="Footer Placeholder 4">
            <a:extLst>
              <a:ext uri="{FF2B5EF4-FFF2-40B4-BE49-F238E27FC236}">
                <a16:creationId xmlns:a16="http://schemas.microsoft.com/office/drawing/2014/main" id="{B17E6B5E-6174-FD5C-41E8-FFC44C650D7E}"/>
              </a:ext>
            </a:extLst>
          </p:cNvPr>
          <p:cNvSpPr>
            <a:spLocks noGrp="1"/>
          </p:cNvSpPr>
          <p:nvPr>
            <p:ph type="ftr" sz="quarter" idx="11"/>
          </p:nvPr>
        </p:nvSpPr>
        <p:spPr/>
        <p:txBody>
          <a:bodyPr/>
          <a:lstStyle/>
          <a:p>
            <a:r>
              <a:rPr lang="en-US" dirty="0"/>
              <a:t>GROWTH MARKETING PLAN</a:t>
            </a:r>
          </a:p>
        </p:txBody>
      </p:sp>
      <p:sp>
        <p:nvSpPr>
          <p:cNvPr id="4" name="Date Placeholder 3">
            <a:extLst>
              <a:ext uri="{FF2B5EF4-FFF2-40B4-BE49-F238E27FC236}">
                <a16:creationId xmlns:a16="http://schemas.microsoft.com/office/drawing/2014/main" id="{0B9485D1-E172-8F0A-A425-3097B3ABCFB4}"/>
              </a:ext>
            </a:extLst>
          </p:cNvPr>
          <p:cNvSpPr>
            <a:spLocks noGrp="1"/>
          </p:cNvSpPr>
          <p:nvPr>
            <p:ph type="dt" sz="half" idx="10"/>
          </p:nvPr>
        </p:nvSpPr>
        <p:spPr/>
        <p:txBody>
          <a:bodyPr/>
          <a:lstStyle/>
          <a:p>
            <a:fld id="{8CBBBE18-C792-4A63-8F5A-CED2F5653C9B}" type="datetime1">
              <a:rPr lang="en-US" smtClean="0"/>
              <a:t>7/28/2026</a:t>
            </a:fld>
            <a:endParaRPr lang="en-US" dirty="0"/>
          </a:p>
        </p:txBody>
      </p:sp>
      <p:sp>
        <p:nvSpPr>
          <p:cNvPr id="6" name="Slide Number Placeholder 5">
            <a:extLst>
              <a:ext uri="{FF2B5EF4-FFF2-40B4-BE49-F238E27FC236}">
                <a16:creationId xmlns:a16="http://schemas.microsoft.com/office/drawing/2014/main" id="{4BF72154-F85B-E301-DA57-E314D7315916}"/>
              </a:ext>
            </a:extLst>
          </p:cNvPr>
          <p:cNvSpPr>
            <a:spLocks noGrp="1"/>
          </p:cNvSpPr>
          <p:nvPr>
            <p:ph type="sldNum" sz="quarter" idx="12"/>
          </p:nvPr>
        </p:nvSpPr>
        <p:spPr/>
        <p:txBody>
          <a:bodyPr/>
          <a:lstStyle/>
          <a:p>
            <a:fld id="{CC057153-B650-4DEB-B370-79DDCFDCE934}" type="slidenum">
              <a:rPr lang="en-US" smtClean="0"/>
              <a:t>‹#›</a:t>
            </a:fld>
            <a:endParaRPr lang="en-US" dirty="0"/>
          </a:p>
        </p:txBody>
      </p:sp>
      <p:sp>
        <p:nvSpPr>
          <p:cNvPr id="8" name="Content Placeholder 7">
            <a:extLst>
              <a:ext uri="{FF2B5EF4-FFF2-40B4-BE49-F238E27FC236}">
                <a16:creationId xmlns:a16="http://schemas.microsoft.com/office/drawing/2014/main" id="{C6F072A2-EBC7-B7EA-DA98-BAC0AA46E7A4}"/>
              </a:ext>
            </a:extLst>
          </p:cNvPr>
          <p:cNvSpPr>
            <a:spLocks noGrp="1"/>
          </p:cNvSpPr>
          <p:nvPr>
            <p:ph sz="quarter" idx="13"/>
          </p:nvPr>
        </p:nvSpPr>
        <p:spPr>
          <a:xfrm>
            <a:off x="5883174" y="1001714"/>
            <a:ext cx="5118206" cy="4855527"/>
          </a:xfrm>
        </p:spPr>
        <p:txBody>
          <a:bodyPr anchor="ctr">
            <a:normAutofit/>
          </a:bodyPr>
          <a:lstStyle>
            <a:lvl1pPr>
              <a:defRPr sz="1600"/>
            </a:lvl1pPr>
            <a:lvl2pPr>
              <a:defRPr sz="1600"/>
            </a:lvl2pPr>
            <a:lvl3pPr>
              <a:defRPr sz="1600"/>
            </a:lvl3pPr>
            <a:lvl4pPr>
              <a:defRPr sz="1600"/>
            </a:lvl4pPr>
            <a:lvl5pPr>
              <a:defRPr sz="16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cxnSp>
        <p:nvCxnSpPr>
          <p:cNvPr id="3" name="Straight Connector 2">
            <a:extLst>
              <a:ext uri="{FF2B5EF4-FFF2-40B4-BE49-F238E27FC236}">
                <a16:creationId xmlns:a16="http://schemas.microsoft.com/office/drawing/2014/main" id="{68F4B9D1-5247-53CB-C1FC-9E3459BF16C4}"/>
              </a:ext>
            </a:extLst>
          </p:cNvPr>
          <p:cNvCxnSpPr>
            <a:cxnSpLocks/>
          </p:cNvCxnSpPr>
          <p:nvPr userDrawn="1"/>
        </p:nvCxnSpPr>
        <p:spPr>
          <a:xfrm>
            <a:off x="429793" y="0"/>
            <a:ext cx="0" cy="6858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4" name="Straight Connector 13">
            <a:extLst>
              <a:ext uri="{FF2B5EF4-FFF2-40B4-BE49-F238E27FC236}">
                <a16:creationId xmlns:a16="http://schemas.microsoft.com/office/drawing/2014/main" id="{443F8E40-0F32-5592-0885-55CEBFBDF0AB}"/>
              </a:ext>
            </a:extLst>
          </p:cNvPr>
          <p:cNvCxnSpPr/>
          <p:nvPr userDrawn="1"/>
        </p:nvCxnSpPr>
        <p:spPr>
          <a:xfrm>
            <a:off x="429209" y="164150"/>
            <a:ext cx="11762791"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196138060"/>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p:cSld name="Content 6">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7433D9-FD02-59E2-0F81-A0B7201D2DA0}"/>
              </a:ext>
            </a:extLst>
          </p:cNvPr>
          <p:cNvSpPr>
            <a:spLocks noGrp="1"/>
          </p:cNvSpPr>
          <p:nvPr>
            <p:ph type="title"/>
          </p:nvPr>
        </p:nvSpPr>
        <p:spPr>
          <a:xfrm>
            <a:off x="634030" y="900433"/>
            <a:ext cx="3771900" cy="5221285"/>
          </a:xfrm>
        </p:spPr>
        <p:txBody>
          <a:bodyPr anchor="ctr">
            <a:normAutofit/>
          </a:bodyPr>
          <a:lstStyle>
            <a:lvl1pPr algn="ctr">
              <a:defRPr sz="4000"/>
            </a:lvl1pPr>
          </a:lstStyle>
          <a:p>
            <a:r>
              <a:rPr lang="en-US" dirty="0"/>
              <a:t>Click to edit Master title style</a:t>
            </a:r>
          </a:p>
        </p:txBody>
      </p:sp>
      <p:sp>
        <p:nvSpPr>
          <p:cNvPr id="5" name="Footer Placeholder 4">
            <a:extLst>
              <a:ext uri="{FF2B5EF4-FFF2-40B4-BE49-F238E27FC236}">
                <a16:creationId xmlns:a16="http://schemas.microsoft.com/office/drawing/2014/main" id="{B17E6B5E-6174-FD5C-41E8-FFC44C650D7E}"/>
              </a:ext>
            </a:extLst>
          </p:cNvPr>
          <p:cNvSpPr>
            <a:spLocks noGrp="1"/>
          </p:cNvSpPr>
          <p:nvPr>
            <p:ph type="ftr" sz="quarter" idx="11"/>
          </p:nvPr>
        </p:nvSpPr>
        <p:spPr/>
        <p:txBody>
          <a:bodyPr/>
          <a:lstStyle/>
          <a:p>
            <a:r>
              <a:rPr lang="en-US" dirty="0"/>
              <a:t>GROWTH MARKETING PLAN</a:t>
            </a:r>
          </a:p>
        </p:txBody>
      </p:sp>
      <p:sp>
        <p:nvSpPr>
          <p:cNvPr id="4" name="Date Placeholder 3">
            <a:extLst>
              <a:ext uri="{FF2B5EF4-FFF2-40B4-BE49-F238E27FC236}">
                <a16:creationId xmlns:a16="http://schemas.microsoft.com/office/drawing/2014/main" id="{0B9485D1-E172-8F0A-A425-3097B3ABCFB4}"/>
              </a:ext>
            </a:extLst>
          </p:cNvPr>
          <p:cNvSpPr>
            <a:spLocks noGrp="1"/>
          </p:cNvSpPr>
          <p:nvPr>
            <p:ph type="dt" sz="half" idx="10"/>
          </p:nvPr>
        </p:nvSpPr>
        <p:spPr/>
        <p:txBody>
          <a:bodyPr/>
          <a:lstStyle/>
          <a:p>
            <a:fld id="{452B4E55-CD3E-4D87-9041-7A8452BD5273}" type="datetime1">
              <a:rPr lang="en-US" smtClean="0"/>
              <a:t>7/28/2026</a:t>
            </a:fld>
            <a:endParaRPr lang="en-US" dirty="0"/>
          </a:p>
        </p:txBody>
      </p:sp>
      <p:sp>
        <p:nvSpPr>
          <p:cNvPr id="6" name="Slide Number Placeholder 5">
            <a:extLst>
              <a:ext uri="{FF2B5EF4-FFF2-40B4-BE49-F238E27FC236}">
                <a16:creationId xmlns:a16="http://schemas.microsoft.com/office/drawing/2014/main" id="{4BF72154-F85B-E301-DA57-E314D7315916}"/>
              </a:ext>
            </a:extLst>
          </p:cNvPr>
          <p:cNvSpPr>
            <a:spLocks noGrp="1"/>
          </p:cNvSpPr>
          <p:nvPr>
            <p:ph type="sldNum" sz="quarter" idx="12"/>
          </p:nvPr>
        </p:nvSpPr>
        <p:spPr/>
        <p:txBody>
          <a:bodyPr/>
          <a:lstStyle/>
          <a:p>
            <a:fld id="{CC057153-B650-4DEB-B370-79DDCFDCE934}" type="slidenum">
              <a:rPr lang="en-US" smtClean="0"/>
              <a:t>‹#›</a:t>
            </a:fld>
            <a:endParaRPr lang="en-US" dirty="0"/>
          </a:p>
        </p:txBody>
      </p:sp>
      <p:sp>
        <p:nvSpPr>
          <p:cNvPr id="8" name="Content Placeholder 7">
            <a:extLst>
              <a:ext uri="{FF2B5EF4-FFF2-40B4-BE49-F238E27FC236}">
                <a16:creationId xmlns:a16="http://schemas.microsoft.com/office/drawing/2014/main" id="{8C71126E-AEFA-B45A-CD39-AC1315E03339}"/>
              </a:ext>
            </a:extLst>
          </p:cNvPr>
          <p:cNvSpPr>
            <a:spLocks noGrp="1"/>
          </p:cNvSpPr>
          <p:nvPr>
            <p:ph sz="quarter" idx="13"/>
          </p:nvPr>
        </p:nvSpPr>
        <p:spPr>
          <a:xfrm>
            <a:off x="5348911" y="900432"/>
            <a:ext cx="6209054" cy="5221285"/>
          </a:xfrm>
        </p:spPr>
        <p:txBody>
          <a:bodyPr anchor="ctr">
            <a:normAutofit/>
          </a:bodyPr>
          <a:lstStyle>
            <a:lvl1pPr>
              <a:defRPr sz="1600"/>
            </a:lvl1pPr>
            <a:lvl2pPr>
              <a:defRPr sz="1600"/>
            </a:lvl2pPr>
            <a:lvl3pPr>
              <a:defRPr sz="1600"/>
            </a:lvl3pPr>
            <a:lvl4pPr>
              <a:defRPr sz="1600"/>
            </a:lvl4pPr>
            <a:lvl5pPr>
              <a:defRPr sz="16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cxnSp>
        <p:nvCxnSpPr>
          <p:cNvPr id="3" name="Straight Connector 2">
            <a:extLst>
              <a:ext uri="{FF2B5EF4-FFF2-40B4-BE49-F238E27FC236}">
                <a16:creationId xmlns:a16="http://schemas.microsoft.com/office/drawing/2014/main" id="{CE7E8DAF-8174-2859-E029-6F85464CAC9F}"/>
              </a:ext>
            </a:extLst>
          </p:cNvPr>
          <p:cNvCxnSpPr>
            <a:cxnSpLocks/>
          </p:cNvCxnSpPr>
          <p:nvPr userDrawn="1"/>
        </p:nvCxnSpPr>
        <p:spPr>
          <a:xfrm>
            <a:off x="429793" y="0"/>
            <a:ext cx="0" cy="6858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7" name="Straight Connector 6">
            <a:extLst>
              <a:ext uri="{FF2B5EF4-FFF2-40B4-BE49-F238E27FC236}">
                <a16:creationId xmlns:a16="http://schemas.microsoft.com/office/drawing/2014/main" id="{34228395-2719-9A44-CE27-6CFD8BD848E8}"/>
              </a:ext>
            </a:extLst>
          </p:cNvPr>
          <p:cNvCxnSpPr>
            <a:cxnSpLocks/>
          </p:cNvCxnSpPr>
          <p:nvPr userDrawn="1"/>
        </p:nvCxnSpPr>
        <p:spPr>
          <a:xfrm>
            <a:off x="4883705" y="164150"/>
            <a:ext cx="7308295"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0" name="Straight Connector 9">
            <a:extLst>
              <a:ext uri="{FF2B5EF4-FFF2-40B4-BE49-F238E27FC236}">
                <a16:creationId xmlns:a16="http://schemas.microsoft.com/office/drawing/2014/main" id="{4E83E6F6-12DD-3AC0-8C59-D6E9DEDA1456}"/>
              </a:ext>
            </a:extLst>
          </p:cNvPr>
          <p:cNvCxnSpPr>
            <a:cxnSpLocks/>
          </p:cNvCxnSpPr>
          <p:nvPr userDrawn="1"/>
        </p:nvCxnSpPr>
        <p:spPr>
          <a:xfrm>
            <a:off x="4883705" y="0"/>
            <a:ext cx="0" cy="6858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308441738"/>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p:cSld name="Content with Pictur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5113785" y="1001715"/>
            <a:ext cx="6444179" cy="1122374"/>
          </a:xfrm>
        </p:spPr>
        <p:txBody>
          <a:bodyPr anchor="b">
            <a:noAutofit/>
          </a:bodyPr>
          <a:lstStyle>
            <a:lvl1pPr>
              <a:defRPr sz="4000"/>
            </a:lvl1pPr>
          </a:lstStyle>
          <a:p>
            <a:r>
              <a:rPr lang="en-US" dirty="0"/>
              <a:t>Click to edit Master title style</a:t>
            </a:r>
          </a:p>
        </p:txBody>
      </p:sp>
      <p:sp>
        <p:nvSpPr>
          <p:cNvPr id="9" name="Footer Placeholder 8">
            <a:extLst>
              <a:ext uri="{FF2B5EF4-FFF2-40B4-BE49-F238E27FC236}">
                <a16:creationId xmlns:a16="http://schemas.microsoft.com/office/drawing/2014/main" id="{C65BFCB1-FAA8-D03A-3B62-DCB2CF1CA112}"/>
              </a:ext>
            </a:extLst>
          </p:cNvPr>
          <p:cNvSpPr>
            <a:spLocks noGrp="1"/>
          </p:cNvSpPr>
          <p:nvPr>
            <p:ph type="ftr" sz="quarter" idx="16"/>
          </p:nvPr>
        </p:nvSpPr>
        <p:spPr>
          <a:xfrm rot="16200000">
            <a:off x="-2067304" y="2231454"/>
            <a:ext cx="4564376" cy="429768"/>
          </a:xfrm>
        </p:spPr>
        <p:txBody>
          <a:bodyPr/>
          <a:lstStyle/>
          <a:p>
            <a:r>
              <a:rPr lang="en-US" dirty="0"/>
              <a:t>GROWTH MARKETING PLAN</a:t>
            </a:r>
          </a:p>
        </p:txBody>
      </p:sp>
      <p:sp>
        <p:nvSpPr>
          <p:cNvPr id="4" name="Date Placeholder 3">
            <a:extLst>
              <a:ext uri="{FF2B5EF4-FFF2-40B4-BE49-F238E27FC236}">
                <a16:creationId xmlns:a16="http://schemas.microsoft.com/office/drawing/2014/main" id="{1E742B5C-5438-96A4-4A2A-AE939906F8A4}"/>
              </a:ext>
            </a:extLst>
          </p:cNvPr>
          <p:cNvSpPr>
            <a:spLocks noGrp="1"/>
          </p:cNvSpPr>
          <p:nvPr>
            <p:ph type="dt" sz="half" idx="15"/>
          </p:nvPr>
        </p:nvSpPr>
        <p:spPr>
          <a:xfrm rot="16200000">
            <a:off x="-532354" y="5260879"/>
            <a:ext cx="1494475" cy="429768"/>
          </a:xfrm>
        </p:spPr>
        <p:txBody>
          <a:bodyPr/>
          <a:lstStyle/>
          <a:p>
            <a:fld id="{B44ACCC6-A2BA-4B7B-99B4-E62BB5424C67}" type="datetime1">
              <a:rPr lang="en-US" smtClean="0"/>
              <a:t>7/28/2026</a:t>
            </a:fld>
            <a:endParaRPr lang="en-US" dirty="0"/>
          </a:p>
        </p:txBody>
      </p:sp>
      <p:cxnSp>
        <p:nvCxnSpPr>
          <p:cNvPr id="6" name="Straight Connector 5">
            <a:extLst>
              <a:ext uri="{FF2B5EF4-FFF2-40B4-BE49-F238E27FC236}">
                <a16:creationId xmlns:a16="http://schemas.microsoft.com/office/drawing/2014/main" id="{8F3207AA-DF92-4449-9316-61475F014448}"/>
              </a:ext>
            </a:extLst>
          </p:cNvPr>
          <p:cNvCxnSpPr>
            <a:cxnSpLocks/>
          </p:cNvCxnSpPr>
          <p:nvPr userDrawn="1"/>
        </p:nvCxnSpPr>
        <p:spPr>
          <a:xfrm>
            <a:off x="4918159" y="164150"/>
            <a:ext cx="7273841"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10" name="Slide Number Placeholder 9">
            <a:extLst>
              <a:ext uri="{FF2B5EF4-FFF2-40B4-BE49-F238E27FC236}">
                <a16:creationId xmlns:a16="http://schemas.microsoft.com/office/drawing/2014/main" id="{0A608994-46CD-AAE0-DCC4-A59D26254D84}"/>
              </a:ext>
            </a:extLst>
          </p:cNvPr>
          <p:cNvSpPr>
            <a:spLocks noGrp="1"/>
          </p:cNvSpPr>
          <p:nvPr>
            <p:ph type="sldNum" sz="quarter" idx="17"/>
          </p:nvPr>
        </p:nvSpPr>
        <p:spPr/>
        <p:txBody>
          <a:bodyPr/>
          <a:lstStyle/>
          <a:p>
            <a:fld id="{CC057153-B650-4DEB-B370-79DDCFDCE934}" type="slidenum">
              <a:rPr lang="en-US" smtClean="0"/>
              <a:t>‹#›</a:t>
            </a:fld>
            <a:endParaRPr lang="en-US" dirty="0"/>
          </a:p>
        </p:txBody>
      </p:sp>
      <p:sp>
        <p:nvSpPr>
          <p:cNvPr id="11" name="Picture Placeholder 10">
            <a:extLst>
              <a:ext uri="{FF2B5EF4-FFF2-40B4-BE49-F238E27FC236}">
                <a16:creationId xmlns:a16="http://schemas.microsoft.com/office/drawing/2014/main" id="{7F8EA658-2652-6F81-1B04-D50C60A3F171}"/>
              </a:ext>
            </a:extLst>
          </p:cNvPr>
          <p:cNvSpPr>
            <a:spLocks noGrp="1"/>
          </p:cNvSpPr>
          <p:nvPr>
            <p:ph type="pic" sz="quarter" idx="13"/>
          </p:nvPr>
        </p:nvSpPr>
        <p:spPr>
          <a:xfrm>
            <a:off x="598328" y="1"/>
            <a:ext cx="4124206" cy="6858000"/>
          </a:xfrm>
          <a:blipFill dpi="0" rotWithShape="1">
            <a:blip r:embed="rId2">
              <a:alphaModFix amt="60000"/>
            </a:blip>
            <a:srcRect/>
            <a:stretch>
              <a:fillRect l="-2278" r="-6699"/>
            </a:stretch>
          </a:blipFill>
        </p:spPr>
        <p:txBody>
          <a:bodyPr/>
          <a:lstStyle>
            <a:lvl1pPr marL="0" indent="0">
              <a:buNone/>
              <a:defRPr/>
            </a:lvl1pPr>
          </a:lstStyle>
          <a:p>
            <a:r>
              <a:rPr lang="en-US" dirty="0"/>
              <a:t>Click icon to add picture</a:t>
            </a:r>
          </a:p>
        </p:txBody>
      </p:sp>
      <p:sp>
        <p:nvSpPr>
          <p:cNvPr id="8" name="Content Placeholder 7">
            <a:extLst>
              <a:ext uri="{FF2B5EF4-FFF2-40B4-BE49-F238E27FC236}">
                <a16:creationId xmlns:a16="http://schemas.microsoft.com/office/drawing/2014/main" id="{818B74D6-CD72-B859-C229-60DB988B25E3}"/>
              </a:ext>
            </a:extLst>
          </p:cNvPr>
          <p:cNvSpPr>
            <a:spLocks noGrp="1"/>
          </p:cNvSpPr>
          <p:nvPr>
            <p:ph sz="quarter" idx="14" hasCustomPrompt="1"/>
          </p:nvPr>
        </p:nvSpPr>
        <p:spPr>
          <a:xfrm>
            <a:off x="5113785" y="2496190"/>
            <a:ext cx="6444179" cy="3726810"/>
          </a:xfrm>
        </p:spPr>
        <p:txBody>
          <a:bodyPr>
            <a:normAutofit/>
          </a:bodyPr>
          <a:lstStyle>
            <a:lvl3pPr marL="457200" indent="0">
              <a:buNone/>
              <a:defRPr sz="1600"/>
            </a:lvl3pPr>
            <a:lvl4pPr marL="685800" indent="0">
              <a:buNone/>
              <a:defRPr sz="1600"/>
            </a:lvl4pPr>
            <a:lvl5pPr marL="914400" indent="0">
              <a:buNone/>
              <a:defRPr sz="1600"/>
            </a:lvl5pPr>
          </a:lstStyle>
          <a:p>
            <a:pPr lvl="2"/>
            <a:r>
              <a:rPr lang="en-US" dirty="0"/>
              <a:t>Third level</a:t>
            </a:r>
          </a:p>
          <a:p>
            <a:pPr lvl="3"/>
            <a:r>
              <a:rPr lang="en-US" dirty="0"/>
              <a:t>Fourth level</a:t>
            </a:r>
          </a:p>
          <a:p>
            <a:pPr lvl="4"/>
            <a:r>
              <a:rPr lang="en-US" dirty="0"/>
              <a:t>Fifth level</a:t>
            </a:r>
          </a:p>
        </p:txBody>
      </p:sp>
      <p:cxnSp>
        <p:nvCxnSpPr>
          <p:cNvPr id="3" name="Straight Connector 2">
            <a:extLst>
              <a:ext uri="{FF2B5EF4-FFF2-40B4-BE49-F238E27FC236}">
                <a16:creationId xmlns:a16="http://schemas.microsoft.com/office/drawing/2014/main" id="{D34805F9-D010-6E54-928C-1EBB88CBA9D3}"/>
              </a:ext>
            </a:extLst>
          </p:cNvPr>
          <p:cNvCxnSpPr>
            <a:cxnSpLocks/>
          </p:cNvCxnSpPr>
          <p:nvPr userDrawn="1"/>
        </p:nvCxnSpPr>
        <p:spPr>
          <a:xfrm>
            <a:off x="4918159" y="0"/>
            <a:ext cx="0" cy="6858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2" name="Straight Connector 11">
            <a:extLst>
              <a:ext uri="{FF2B5EF4-FFF2-40B4-BE49-F238E27FC236}">
                <a16:creationId xmlns:a16="http://schemas.microsoft.com/office/drawing/2014/main" id="{FA487952-A86B-7C85-B4C5-3B9E9DED85AF}"/>
              </a:ext>
            </a:extLst>
          </p:cNvPr>
          <p:cNvCxnSpPr>
            <a:cxnSpLocks/>
          </p:cNvCxnSpPr>
          <p:nvPr userDrawn="1"/>
        </p:nvCxnSpPr>
        <p:spPr>
          <a:xfrm>
            <a:off x="429793" y="0"/>
            <a:ext cx="0" cy="6858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265290574"/>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p:cSld name="Content with Picture 2">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634030" y="1001714"/>
            <a:ext cx="5647085" cy="1122375"/>
          </a:xfrm>
        </p:spPr>
        <p:txBody>
          <a:bodyPr anchor="b">
            <a:noAutofit/>
          </a:bodyPr>
          <a:lstStyle>
            <a:lvl1pPr>
              <a:defRPr sz="4000"/>
            </a:lvl1pPr>
          </a:lstStyle>
          <a:p>
            <a:r>
              <a:rPr lang="en-US" dirty="0"/>
              <a:t>Click to edit Master title style</a:t>
            </a:r>
          </a:p>
        </p:txBody>
      </p:sp>
      <p:sp>
        <p:nvSpPr>
          <p:cNvPr id="10" name="Footer Placeholder 9">
            <a:extLst>
              <a:ext uri="{FF2B5EF4-FFF2-40B4-BE49-F238E27FC236}">
                <a16:creationId xmlns:a16="http://schemas.microsoft.com/office/drawing/2014/main" id="{4515DEC4-C967-ABFB-73CF-0A90335332A4}"/>
              </a:ext>
            </a:extLst>
          </p:cNvPr>
          <p:cNvSpPr>
            <a:spLocks noGrp="1"/>
          </p:cNvSpPr>
          <p:nvPr>
            <p:ph type="ftr" sz="quarter" idx="16"/>
          </p:nvPr>
        </p:nvSpPr>
        <p:spPr>
          <a:xfrm rot="16200000">
            <a:off x="-2067302" y="2231454"/>
            <a:ext cx="4564376" cy="429768"/>
          </a:xfrm>
        </p:spPr>
        <p:txBody>
          <a:bodyPr/>
          <a:lstStyle/>
          <a:p>
            <a:r>
              <a:rPr lang="en-US" dirty="0"/>
              <a:t>GROWTH MARKETING PLAN</a:t>
            </a:r>
          </a:p>
        </p:txBody>
      </p:sp>
      <p:sp>
        <p:nvSpPr>
          <p:cNvPr id="9" name="Date Placeholder 8">
            <a:extLst>
              <a:ext uri="{FF2B5EF4-FFF2-40B4-BE49-F238E27FC236}">
                <a16:creationId xmlns:a16="http://schemas.microsoft.com/office/drawing/2014/main" id="{81177663-FC76-DF36-EEB7-5BE4C6C82F3A}"/>
              </a:ext>
            </a:extLst>
          </p:cNvPr>
          <p:cNvSpPr>
            <a:spLocks noGrp="1"/>
          </p:cNvSpPr>
          <p:nvPr>
            <p:ph type="dt" sz="half" idx="15"/>
          </p:nvPr>
        </p:nvSpPr>
        <p:spPr>
          <a:xfrm rot="16200000">
            <a:off x="-532352" y="5260879"/>
            <a:ext cx="1494475" cy="429768"/>
          </a:xfrm>
        </p:spPr>
        <p:txBody>
          <a:bodyPr/>
          <a:lstStyle/>
          <a:p>
            <a:fld id="{341E3BD6-1BE7-4293-98B0-C8B456DEC98E}" type="datetime1">
              <a:rPr lang="en-US" smtClean="0"/>
              <a:t>7/28/2026</a:t>
            </a:fld>
            <a:endParaRPr lang="en-US" dirty="0"/>
          </a:p>
        </p:txBody>
      </p:sp>
      <p:sp>
        <p:nvSpPr>
          <p:cNvPr id="12" name="Slide Number Placeholder 11">
            <a:extLst>
              <a:ext uri="{FF2B5EF4-FFF2-40B4-BE49-F238E27FC236}">
                <a16:creationId xmlns:a16="http://schemas.microsoft.com/office/drawing/2014/main" id="{A5A5085F-BE80-B110-AA1F-9DD0919E27D7}"/>
              </a:ext>
            </a:extLst>
          </p:cNvPr>
          <p:cNvSpPr>
            <a:spLocks noGrp="1"/>
          </p:cNvSpPr>
          <p:nvPr>
            <p:ph type="sldNum" sz="quarter" idx="17"/>
          </p:nvPr>
        </p:nvSpPr>
        <p:spPr>
          <a:xfrm>
            <a:off x="1" y="6492875"/>
            <a:ext cx="429207" cy="365125"/>
          </a:xfrm>
        </p:spPr>
        <p:txBody>
          <a:bodyPr/>
          <a:lstStyle/>
          <a:p>
            <a:fld id="{CC057153-B650-4DEB-B370-79DDCFDCE934}" type="slidenum">
              <a:rPr lang="en-US" smtClean="0"/>
              <a:t>‹#›</a:t>
            </a:fld>
            <a:endParaRPr lang="en-US" dirty="0"/>
          </a:p>
        </p:txBody>
      </p:sp>
      <p:cxnSp>
        <p:nvCxnSpPr>
          <p:cNvPr id="3" name="Straight Connector 2">
            <a:extLst>
              <a:ext uri="{FF2B5EF4-FFF2-40B4-BE49-F238E27FC236}">
                <a16:creationId xmlns:a16="http://schemas.microsoft.com/office/drawing/2014/main" id="{967BDF5B-E352-4558-1EFA-37F504BFE32E}"/>
              </a:ext>
            </a:extLst>
          </p:cNvPr>
          <p:cNvCxnSpPr>
            <a:cxnSpLocks/>
          </p:cNvCxnSpPr>
          <p:nvPr userDrawn="1"/>
        </p:nvCxnSpPr>
        <p:spPr>
          <a:xfrm>
            <a:off x="429208" y="164150"/>
            <a:ext cx="6631116"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8" name="Content Placeholder 7">
            <a:extLst>
              <a:ext uri="{FF2B5EF4-FFF2-40B4-BE49-F238E27FC236}">
                <a16:creationId xmlns:a16="http://schemas.microsoft.com/office/drawing/2014/main" id="{07755DB3-9272-8E5E-039F-AC14A2C07898}"/>
              </a:ext>
            </a:extLst>
          </p:cNvPr>
          <p:cNvSpPr>
            <a:spLocks noGrp="1"/>
          </p:cNvSpPr>
          <p:nvPr>
            <p:ph sz="quarter" idx="14"/>
          </p:nvPr>
        </p:nvSpPr>
        <p:spPr>
          <a:xfrm>
            <a:off x="634030" y="2496190"/>
            <a:ext cx="5647085" cy="3726810"/>
          </a:xfrm>
        </p:spPr>
        <p:txBody>
          <a:bodyPr>
            <a:normAutofit/>
          </a:bodyPr>
          <a:lstStyle>
            <a:lvl1pPr>
              <a:defRPr sz="1600"/>
            </a:lvl1pPr>
            <a:lvl2pPr>
              <a:defRPr sz="1600"/>
            </a:lvl2pPr>
            <a:lvl3pPr>
              <a:defRPr sz="1600"/>
            </a:lvl3pPr>
            <a:lvl4pPr>
              <a:defRPr sz="1600"/>
            </a:lvl4pPr>
            <a:lvl5pPr>
              <a:defRPr sz="16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1" name="Picture Placeholder 10">
            <a:extLst>
              <a:ext uri="{FF2B5EF4-FFF2-40B4-BE49-F238E27FC236}">
                <a16:creationId xmlns:a16="http://schemas.microsoft.com/office/drawing/2014/main" id="{7F8EA658-2652-6F81-1B04-D50C60A3F171}"/>
              </a:ext>
            </a:extLst>
          </p:cNvPr>
          <p:cNvSpPr>
            <a:spLocks noGrp="1"/>
          </p:cNvSpPr>
          <p:nvPr>
            <p:ph type="pic" sz="quarter" idx="13"/>
          </p:nvPr>
        </p:nvSpPr>
        <p:spPr>
          <a:xfrm>
            <a:off x="7224097" y="0"/>
            <a:ext cx="4967903" cy="6858000"/>
          </a:xfrm>
          <a:blipFill dpi="0" rotWithShape="1">
            <a:blip r:embed="rId2">
              <a:alphaModFix amt="60000"/>
            </a:blip>
            <a:srcRect/>
            <a:stretch>
              <a:fillRect/>
            </a:stretch>
          </a:blipFill>
        </p:spPr>
        <p:txBody>
          <a:bodyPr/>
          <a:lstStyle>
            <a:lvl1pPr marL="0" indent="0">
              <a:buNone/>
              <a:defRPr/>
            </a:lvl1pPr>
          </a:lstStyle>
          <a:p>
            <a:r>
              <a:rPr lang="en-US" dirty="0"/>
              <a:t>Click icon to add picture</a:t>
            </a:r>
          </a:p>
        </p:txBody>
      </p:sp>
      <p:cxnSp>
        <p:nvCxnSpPr>
          <p:cNvPr id="6" name="Straight Connector 5">
            <a:extLst>
              <a:ext uri="{FF2B5EF4-FFF2-40B4-BE49-F238E27FC236}">
                <a16:creationId xmlns:a16="http://schemas.microsoft.com/office/drawing/2014/main" id="{D02BFE52-C7C3-A7E3-F6D9-EDECDF40EF56}"/>
              </a:ext>
            </a:extLst>
          </p:cNvPr>
          <p:cNvCxnSpPr>
            <a:cxnSpLocks/>
          </p:cNvCxnSpPr>
          <p:nvPr userDrawn="1"/>
        </p:nvCxnSpPr>
        <p:spPr>
          <a:xfrm>
            <a:off x="7060324" y="0"/>
            <a:ext cx="0" cy="6858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7" name="Straight Connector 6">
            <a:extLst>
              <a:ext uri="{FF2B5EF4-FFF2-40B4-BE49-F238E27FC236}">
                <a16:creationId xmlns:a16="http://schemas.microsoft.com/office/drawing/2014/main" id="{21C0473F-E6DB-D181-43D0-0D5C945184BB}"/>
              </a:ext>
            </a:extLst>
          </p:cNvPr>
          <p:cNvCxnSpPr>
            <a:cxnSpLocks/>
          </p:cNvCxnSpPr>
          <p:nvPr userDrawn="1"/>
        </p:nvCxnSpPr>
        <p:spPr>
          <a:xfrm>
            <a:off x="429793" y="0"/>
            <a:ext cx="0" cy="6858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503434122"/>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p:cSld name="Content with Picture 3">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4817306" y="1001715"/>
            <a:ext cx="6740655" cy="1087887"/>
          </a:xfrm>
        </p:spPr>
        <p:txBody>
          <a:bodyPr anchor="b">
            <a:noAutofit/>
          </a:bodyPr>
          <a:lstStyle>
            <a:lvl1pPr>
              <a:defRPr sz="4000"/>
            </a:lvl1pPr>
          </a:lstStyle>
          <a:p>
            <a:r>
              <a:rPr lang="en-US" dirty="0"/>
              <a:t>Click to edit Master title style</a:t>
            </a:r>
          </a:p>
        </p:txBody>
      </p:sp>
      <p:sp>
        <p:nvSpPr>
          <p:cNvPr id="4" name="Footer Placeholder 3">
            <a:extLst>
              <a:ext uri="{FF2B5EF4-FFF2-40B4-BE49-F238E27FC236}">
                <a16:creationId xmlns:a16="http://schemas.microsoft.com/office/drawing/2014/main" id="{5446E4B5-B423-4137-0255-D68BAC85BE95}"/>
              </a:ext>
            </a:extLst>
          </p:cNvPr>
          <p:cNvSpPr>
            <a:spLocks noGrp="1"/>
          </p:cNvSpPr>
          <p:nvPr>
            <p:ph type="ftr" sz="quarter" idx="16"/>
          </p:nvPr>
        </p:nvSpPr>
        <p:spPr>
          <a:xfrm rot="16200000">
            <a:off x="-2067304" y="2231454"/>
            <a:ext cx="4564376" cy="429768"/>
          </a:xfrm>
        </p:spPr>
        <p:txBody>
          <a:bodyPr/>
          <a:lstStyle/>
          <a:p>
            <a:r>
              <a:rPr lang="en-US" dirty="0"/>
              <a:t>GROWTH MARKETING PLAN</a:t>
            </a:r>
          </a:p>
        </p:txBody>
      </p:sp>
      <p:sp>
        <p:nvSpPr>
          <p:cNvPr id="3" name="Date Placeholder 2">
            <a:extLst>
              <a:ext uri="{FF2B5EF4-FFF2-40B4-BE49-F238E27FC236}">
                <a16:creationId xmlns:a16="http://schemas.microsoft.com/office/drawing/2014/main" id="{F0BFB53A-8FDF-F131-DCF2-D7BECE95381F}"/>
              </a:ext>
            </a:extLst>
          </p:cNvPr>
          <p:cNvSpPr>
            <a:spLocks noGrp="1"/>
          </p:cNvSpPr>
          <p:nvPr>
            <p:ph type="dt" sz="half" idx="15"/>
          </p:nvPr>
        </p:nvSpPr>
        <p:spPr>
          <a:xfrm rot="16200000">
            <a:off x="-532354" y="5260879"/>
            <a:ext cx="1494474" cy="429768"/>
          </a:xfrm>
        </p:spPr>
        <p:txBody>
          <a:bodyPr/>
          <a:lstStyle/>
          <a:p>
            <a:fld id="{12B94328-6471-48ED-A3E9-D3E8C4DB1679}" type="datetime1">
              <a:rPr lang="en-US" smtClean="0"/>
              <a:t>7/28/2026</a:t>
            </a:fld>
            <a:endParaRPr lang="en-US" dirty="0"/>
          </a:p>
        </p:txBody>
      </p:sp>
      <p:sp>
        <p:nvSpPr>
          <p:cNvPr id="9" name="Slide Number Placeholder 8">
            <a:extLst>
              <a:ext uri="{FF2B5EF4-FFF2-40B4-BE49-F238E27FC236}">
                <a16:creationId xmlns:a16="http://schemas.microsoft.com/office/drawing/2014/main" id="{79FEC5A8-0DCB-9EEB-83E2-0411804C543D}"/>
              </a:ext>
            </a:extLst>
          </p:cNvPr>
          <p:cNvSpPr>
            <a:spLocks noGrp="1"/>
          </p:cNvSpPr>
          <p:nvPr>
            <p:ph type="sldNum" sz="quarter" idx="17"/>
          </p:nvPr>
        </p:nvSpPr>
        <p:spPr/>
        <p:txBody>
          <a:bodyPr/>
          <a:lstStyle/>
          <a:p>
            <a:fld id="{CC057153-B650-4DEB-B370-79DDCFDCE934}" type="slidenum">
              <a:rPr lang="en-US" smtClean="0"/>
              <a:t>‹#›</a:t>
            </a:fld>
            <a:endParaRPr lang="en-US" dirty="0"/>
          </a:p>
        </p:txBody>
      </p:sp>
      <p:cxnSp>
        <p:nvCxnSpPr>
          <p:cNvPr id="10" name="Straight Connector 9">
            <a:extLst>
              <a:ext uri="{FF2B5EF4-FFF2-40B4-BE49-F238E27FC236}">
                <a16:creationId xmlns:a16="http://schemas.microsoft.com/office/drawing/2014/main" id="{5EA26726-2193-5028-87FF-55119A73A643}"/>
              </a:ext>
            </a:extLst>
          </p:cNvPr>
          <p:cNvCxnSpPr>
            <a:cxnSpLocks/>
          </p:cNvCxnSpPr>
          <p:nvPr userDrawn="1"/>
        </p:nvCxnSpPr>
        <p:spPr>
          <a:xfrm>
            <a:off x="4634939" y="164150"/>
            <a:ext cx="7557061"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11" name="Picture Placeholder 10">
            <a:extLst>
              <a:ext uri="{FF2B5EF4-FFF2-40B4-BE49-F238E27FC236}">
                <a16:creationId xmlns:a16="http://schemas.microsoft.com/office/drawing/2014/main" id="{7F8EA658-2652-6F81-1B04-D50C60A3F171}"/>
              </a:ext>
            </a:extLst>
          </p:cNvPr>
          <p:cNvSpPr>
            <a:spLocks noGrp="1"/>
          </p:cNvSpPr>
          <p:nvPr>
            <p:ph type="pic" sz="quarter" idx="13"/>
          </p:nvPr>
        </p:nvSpPr>
        <p:spPr>
          <a:xfrm>
            <a:off x="598328" y="0"/>
            <a:ext cx="3854240" cy="6858000"/>
          </a:xfrm>
          <a:blipFill dpi="0" rotWithShape="1">
            <a:blip r:embed="rId2">
              <a:alphaModFix amt="60000"/>
            </a:blip>
            <a:srcRect/>
            <a:stretch>
              <a:fillRect/>
            </a:stretch>
          </a:blipFill>
        </p:spPr>
        <p:txBody>
          <a:bodyPr/>
          <a:lstStyle>
            <a:lvl1pPr marL="0" indent="0">
              <a:buNone/>
              <a:defRPr/>
            </a:lvl1pPr>
          </a:lstStyle>
          <a:p>
            <a:r>
              <a:rPr lang="en-US" dirty="0"/>
              <a:t>Click icon to add picture</a:t>
            </a:r>
          </a:p>
        </p:txBody>
      </p:sp>
      <p:sp>
        <p:nvSpPr>
          <p:cNvPr id="8" name="Content Placeholder 7">
            <a:extLst>
              <a:ext uri="{FF2B5EF4-FFF2-40B4-BE49-F238E27FC236}">
                <a16:creationId xmlns:a16="http://schemas.microsoft.com/office/drawing/2014/main" id="{818B74D6-CD72-B859-C229-60DB988B25E3}"/>
              </a:ext>
            </a:extLst>
          </p:cNvPr>
          <p:cNvSpPr>
            <a:spLocks noGrp="1"/>
          </p:cNvSpPr>
          <p:nvPr>
            <p:ph sz="quarter" idx="14"/>
          </p:nvPr>
        </p:nvSpPr>
        <p:spPr>
          <a:xfrm>
            <a:off x="4817311" y="2496190"/>
            <a:ext cx="6740654" cy="3726810"/>
          </a:xfrm>
        </p:spPr>
        <p:txBody>
          <a:bodyPr>
            <a:normAutofit/>
          </a:bodyPr>
          <a:lstStyle>
            <a:lvl1pPr marL="0" indent="0">
              <a:buNone/>
              <a:defRPr sz="1600"/>
            </a:lvl1pPr>
            <a:lvl2pPr marL="228600" indent="0">
              <a:buNone/>
              <a:defRPr sz="1600"/>
            </a:lvl2pPr>
            <a:lvl3pPr marL="457200" indent="0">
              <a:buNone/>
              <a:defRPr sz="1600"/>
            </a:lvl3pPr>
            <a:lvl4pPr marL="685800" indent="0">
              <a:buNone/>
              <a:defRPr sz="1600"/>
            </a:lvl4pPr>
            <a:lvl5pPr marL="914400" indent="0">
              <a:buNone/>
              <a:defRPr sz="16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cxnSp>
        <p:nvCxnSpPr>
          <p:cNvPr id="5" name="Straight Connector 4">
            <a:extLst>
              <a:ext uri="{FF2B5EF4-FFF2-40B4-BE49-F238E27FC236}">
                <a16:creationId xmlns:a16="http://schemas.microsoft.com/office/drawing/2014/main" id="{1FAA0E72-1F2C-EAE4-77B7-9FF7C88D21DD}"/>
              </a:ext>
            </a:extLst>
          </p:cNvPr>
          <p:cNvCxnSpPr>
            <a:cxnSpLocks/>
          </p:cNvCxnSpPr>
          <p:nvPr userDrawn="1"/>
        </p:nvCxnSpPr>
        <p:spPr>
          <a:xfrm>
            <a:off x="4634939" y="0"/>
            <a:ext cx="0" cy="6858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2" name="Straight Connector 11">
            <a:extLst>
              <a:ext uri="{FF2B5EF4-FFF2-40B4-BE49-F238E27FC236}">
                <a16:creationId xmlns:a16="http://schemas.microsoft.com/office/drawing/2014/main" id="{FEA80D3F-C3CE-0859-0D1F-594C0503DBAA}"/>
              </a:ext>
            </a:extLst>
          </p:cNvPr>
          <p:cNvCxnSpPr>
            <a:cxnSpLocks/>
          </p:cNvCxnSpPr>
          <p:nvPr userDrawn="1"/>
        </p:nvCxnSpPr>
        <p:spPr>
          <a:xfrm>
            <a:off x="429793" y="0"/>
            <a:ext cx="0" cy="6858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547851483"/>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p:cSld name="Content with Picture 4">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634031" y="1028130"/>
            <a:ext cx="6595448" cy="1113475"/>
          </a:xfrm>
        </p:spPr>
        <p:txBody>
          <a:bodyPr anchor="t">
            <a:noAutofit/>
          </a:bodyPr>
          <a:lstStyle>
            <a:lvl1pPr>
              <a:defRPr sz="4000"/>
            </a:lvl1pPr>
          </a:lstStyle>
          <a:p>
            <a:r>
              <a:rPr lang="en-US" dirty="0"/>
              <a:t>Click to edit Master title style</a:t>
            </a:r>
          </a:p>
        </p:txBody>
      </p:sp>
      <p:cxnSp>
        <p:nvCxnSpPr>
          <p:cNvPr id="5" name="Straight Connector 4">
            <a:extLst>
              <a:ext uri="{FF2B5EF4-FFF2-40B4-BE49-F238E27FC236}">
                <a16:creationId xmlns:a16="http://schemas.microsoft.com/office/drawing/2014/main" id="{616649CF-C20C-7376-D09A-88A289B7A347}"/>
              </a:ext>
            </a:extLst>
          </p:cNvPr>
          <p:cNvCxnSpPr>
            <a:cxnSpLocks/>
          </p:cNvCxnSpPr>
          <p:nvPr userDrawn="1"/>
        </p:nvCxnSpPr>
        <p:spPr>
          <a:xfrm>
            <a:off x="429208" y="164150"/>
            <a:ext cx="7479592"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9" name="Footer Placeholder 8">
            <a:extLst>
              <a:ext uri="{FF2B5EF4-FFF2-40B4-BE49-F238E27FC236}">
                <a16:creationId xmlns:a16="http://schemas.microsoft.com/office/drawing/2014/main" id="{820916D3-99FA-E971-607F-14E290E58854}"/>
              </a:ext>
            </a:extLst>
          </p:cNvPr>
          <p:cNvSpPr>
            <a:spLocks noGrp="1"/>
          </p:cNvSpPr>
          <p:nvPr>
            <p:ph type="ftr" sz="quarter" idx="16"/>
          </p:nvPr>
        </p:nvSpPr>
        <p:spPr>
          <a:xfrm rot="16200000">
            <a:off x="-2067302" y="2231454"/>
            <a:ext cx="4564376" cy="429768"/>
          </a:xfrm>
        </p:spPr>
        <p:txBody>
          <a:bodyPr/>
          <a:lstStyle/>
          <a:p>
            <a:r>
              <a:rPr lang="en-US" dirty="0"/>
              <a:t>GROWTH MARKETING PLAN</a:t>
            </a:r>
          </a:p>
        </p:txBody>
      </p:sp>
      <p:sp>
        <p:nvSpPr>
          <p:cNvPr id="4" name="Date Placeholder 3">
            <a:extLst>
              <a:ext uri="{FF2B5EF4-FFF2-40B4-BE49-F238E27FC236}">
                <a16:creationId xmlns:a16="http://schemas.microsoft.com/office/drawing/2014/main" id="{9F3CAD5B-18BB-E21E-3A4C-7BAACB8519A4}"/>
              </a:ext>
            </a:extLst>
          </p:cNvPr>
          <p:cNvSpPr>
            <a:spLocks noGrp="1"/>
          </p:cNvSpPr>
          <p:nvPr>
            <p:ph type="dt" sz="half" idx="15"/>
          </p:nvPr>
        </p:nvSpPr>
        <p:spPr>
          <a:xfrm rot="16200000">
            <a:off x="-532352" y="5260879"/>
            <a:ext cx="1494475" cy="429768"/>
          </a:xfrm>
        </p:spPr>
        <p:txBody>
          <a:bodyPr/>
          <a:lstStyle/>
          <a:p>
            <a:fld id="{1368BACD-07D9-459F-AA1C-5268AE32178F}" type="datetime1">
              <a:rPr lang="en-US" smtClean="0"/>
              <a:t>7/28/2026</a:t>
            </a:fld>
            <a:endParaRPr lang="en-US" dirty="0"/>
          </a:p>
        </p:txBody>
      </p:sp>
      <p:sp>
        <p:nvSpPr>
          <p:cNvPr id="10" name="Slide Number Placeholder 9">
            <a:extLst>
              <a:ext uri="{FF2B5EF4-FFF2-40B4-BE49-F238E27FC236}">
                <a16:creationId xmlns:a16="http://schemas.microsoft.com/office/drawing/2014/main" id="{BBDEAB8E-8806-A459-E320-4CA2B455BFD7}"/>
              </a:ext>
            </a:extLst>
          </p:cNvPr>
          <p:cNvSpPr>
            <a:spLocks noGrp="1"/>
          </p:cNvSpPr>
          <p:nvPr>
            <p:ph type="sldNum" sz="quarter" idx="17"/>
          </p:nvPr>
        </p:nvSpPr>
        <p:spPr>
          <a:xfrm>
            <a:off x="1" y="6492240"/>
            <a:ext cx="429207" cy="365125"/>
          </a:xfrm>
        </p:spPr>
        <p:txBody>
          <a:bodyPr/>
          <a:lstStyle/>
          <a:p>
            <a:fld id="{CC057153-B650-4DEB-B370-79DDCFDCE934}" type="slidenum">
              <a:rPr lang="en-US" smtClean="0"/>
              <a:t>‹#›</a:t>
            </a:fld>
            <a:endParaRPr lang="en-US" dirty="0"/>
          </a:p>
        </p:txBody>
      </p:sp>
      <p:sp>
        <p:nvSpPr>
          <p:cNvPr id="8" name="Content Placeholder 7">
            <a:extLst>
              <a:ext uri="{FF2B5EF4-FFF2-40B4-BE49-F238E27FC236}">
                <a16:creationId xmlns:a16="http://schemas.microsoft.com/office/drawing/2014/main" id="{07755DB3-9272-8E5E-039F-AC14A2C07898}"/>
              </a:ext>
            </a:extLst>
          </p:cNvPr>
          <p:cNvSpPr>
            <a:spLocks noGrp="1"/>
          </p:cNvSpPr>
          <p:nvPr>
            <p:ph sz="quarter" idx="14"/>
          </p:nvPr>
        </p:nvSpPr>
        <p:spPr>
          <a:xfrm>
            <a:off x="634031" y="2496190"/>
            <a:ext cx="6595448" cy="3726809"/>
          </a:xfrm>
        </p:spPr>
        <p:txBody>
          <a:bodyPr>
            <a:normAutofit/>
          </a:bodyPr>
          <a:lstStyle>
            <a:lvl1pPr marL="0" indent="0">
              <a:buNone/>
              <a:defRPr sz="1600"/>
            </a:lvl1pPr>
            <a:lvl2pPr marL="228600" indent="0">
              <a:buNone/>
              <a:defRPr sz="1600"/>
            </a:lvl2pPr>
            <a:lvl3pPr marL="457200" indent="0">
              <a:buNone/>
              <a:defRPr sz="1600"/>
            </a:lvl3pPr>
            <a:lvl4pPr marL="685800" indent="0">
              <a:buNone/>
              <a:defRPr sz="1600"/>
            </a:lvl4pPr>
            <a:lvl5pPr marL="914400" indent="0">
              <a:buNone/>
              <a:defRPr sz="16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1" name="Picture Placeholder 10">
            <a:extLst>
              <a:ext uri="{FF2B5EF4-FFF2-40B4-BE49-F238E27FC236}">
                <a16:creationId xmlns:a16="http://schemas.microsoft.com/office/drawing/2014/main" id="{7F8EA658-2652-6F81-1B04-D50C60A3F171}"/>
              </a:ext>
            </a:extLst>
          </p:cNvPr>
          <p:cNvSpPr>
            <a:spLocks noGrp="1"/>
          </p:cNvSpPr>
          <p:nvPr>
            <p:ph type="pic" sz="quarter" idx="13"/>
          </p:nvPr>
        </p:nvSpPr>
        <p:spPr>
          <a:xfrm>
            <a:off x="7913312" y="0"/>
            <a:ext cx="4283768" cy="6858000"/>
          </a:xfrm>
          <a:blipFill dpi="0" rotWithShape="1">
            <a:blip r:embed="rId2">
              <a:alphaModFix amt="60000"/>
            </a:blip>
            <a:srcRect/>
            <a:stretch>
              <a:fillRect l="1" t="-1" r="1" b="-4473"/>
            </a:stretch>
          </a:blipFill>
        </p:spPr>
        <p:txBody>
          <a:bodyPr/>
          <a:lstStyle>
            <a:lvl1pPr marL="0" indent="0">
              <a:buNone/>
              <a:defRPr/>
            </a:lvl1pPr>
          </a:lstStyle>
          <a:p>
            <a:r>
              <a:rPr lang="en-US" dirty="0"/>
              <a:t>Click icon to add picture</a:t>
            </a:r>
          </a:p>
        </p:txBody>
      </p:sp>
      <p:cxnSp>
        <p:nvCxnSpPr>
          <p:cNvPr id="12" name="Straight Connector 11">
            <a:extLst>
              <a:ext uri="{FF2B5EF4-FFF2-40B4-BE49-F238E27FC236}">
                <a16:creationId xmlns:a16="http://schemas.microsoft.com/office/drawing/2014/main" id="{BB030F47-B045-036A-B67B-EF84DE9E2A8D}"/>
              </a:ext>
            </a:extLst>
          </p:cNvPr>
          <p:cNvCxnSpPr>
            <a:cxnSpLocks/>
          </p:cNvCxnSpPr>
          <p:nvPr userDrawn="1"/>
        </p:nvCxnSpPr>
        <p:spPr>
          <a:xfrm>
            <a:off x="429793" y="0"/>
            <a:ext cx="0" cy="6858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 name="Straight Connector 2">
            <a:extLst>
              <a:ext uri="{FF2B5EF4-FFF2-40B4-BE49-F238E27FC236}">
                <a16:creationId xmlns:a16="http://schemas.microsoft.com/office/drawing/2014/main" id="{952218E5-4B7E-010A-02DF-6951A1023B10}"/>
              </a:ext>
            </a:extLst>
          </p:cNvPr>
          <p:cNvCxnSpPr>
            <a:cxnSpLocks/>
          </p:cNvCxnSpPr>
          <p:nvPr userDrawn="1"/>
        </p:nvCxnSpPr>
        <p:spPr>
          <a:xfrm>
            <a:off x="7908800" y="0"/>
            <a:ext cx="0" cy="6858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520670558"/>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p:cSld name="Content with Picture 5">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6840259" y="1001715"/>
            <a:ext cx="4717705" cy="1109672"/>
          </a:xfrm>
        </p:spPr>
        <p:txBody>
          <a:bodyPr anchor="b">
            <a:noAutofit/>
          </a:bodyPr>
          <a:lstStyle>
            <a:lvl1pPr>
              <a:defRPr sz="4000"/>
            </a:lvl1pPr>
          </a:lstStyle>
          <a:p>
            <a:r>
              <a:rPr lang="en-US" dirty="0"/>
              <a:t>Click to edit Master title style</a:t>
            </a:r>
          </a:p>
        </p:txBody>
      </p:sp>
      <p:sp>
        <p:nvSpPr>
          <p:cNvPr id="6" name="Footer Placeholder 5">
            <a:extLst>
              <a:ext uri="{FF2B5EF4-FFF2-40B4-BE49-F238E27FC236}">
                <a16:creationId xmlns:a16="http://schemas.microsoft.com/office/drawing/2014/main" id="{C2BDD5A2-CE3E-3215-6DAA-F75C0D1229DA}"/>
              </a:ext>
            </a:extLst>
          </p:cNvPr>
          <p:cNvSpPr>
            <a:spLocks noGrp="1"/>
          </p:cNvSpPr>
          <p:nvPr>
            <p:ph type="ftr" sz="quarter" idx="11"/>
          </p:nvPr>
        </p:nvSpPr>
        <p:spPr>
          <a:xfrm rot="16200000">
            <a:off x="-2067304" y="2231454"/>
            <a:ext cx="4564376" cy="429768"/>
          </a:xfrm>
        </p:spPr>
        <p:txBody>
          <a:bodyPr/>
          <a:lstStyle/>
          <a:p>
            <a:r>
              <a:rPr lang="en-US" dirty="0"/>
              <a:t>GROWTH MARKETING PLAN</a:t>
            </a:r>
          </a:p>
        </p:txBody>
      </p:sp>
      <p:sp>
        <p:nvSpPr>
          <p:cNvPr id="5" name="Date Placeholder 4">
            <a:extLst>
              <a:ext uri="{FF2B5EF4-FFF2-40B4-BE49-F238E27FC236}">
                <a16:creationId xmlns:a16="http://schemas.microsoft.com/office/drawing/2014/main" id="{897D0B7E-1A60-DA52-6965-92412B1C2F9F}"/>
              </a:ext>
            </a:extLst>
          </p:cNvPr>
          <p:cNvSpPr>
            <a:spLocks noGrp="1"/>
          </p:cNvSpPr>
          <p:nvPr>
            <p:ph type="dt" sz="half" idx="10"/>
          </p:nvPr>
        </p:nvSpPr>
        <p:spPr>
          <a:xfrm rot="16200000">
            <a:off x="-531666" y="5260191"/>
            <a:ext cx="1493097" cy="429768"/>
          </a:xfrm>
        </p:spPr>
        <p:txBody>
          <a:bodyPr/>
          <a:lstStyle>
            <a:lvl1pPr>
              <a:defRPr>
                <a:solidFill>
                  <a:schemeClr val="tx1"/>
                </a:solidFill>
                <a:effectLst/>
              </a:defRPr>
            </a:lvl1pPr>
          </a:lstStyle>
          <a:p>
            <a:fld id="{1692A769-D4A9-4BBF-AD73-A3AD41FBB7C3}" type="datetime1">
              <a:rPr lang="en-US" smtClean="0"/>
              <a:t>7/28/2026</a:t>
            </a:fld>
            <a:endParaRPr lang="en-US" dirty="0"/>
          </a:p>
        </p:txBody>
      </p:sp>
      <p:sp>
        <p:nvSpPr>
          <p:cNvPr id="7" name="Slide Number Placeholder 6">
            <a:extLst>
              <a:ext uri="{FF2B5EF4-FFF2-40B4-BE49-F238E27FC236}">
                <a16:creationId xmlns:a16="http://schemas.microsoft.com/office/drawing/2014/main" id="{B1B822F1-284A-1786-FAF2-72129E2FE64D}"/>
              </a:ext>
            </a:extLst>
          </p:cNvPr>
          <p:cNvSpPr>
            <a:spLocks noGrp="1"/>
          </p:cNvSpPr>
          <p:nvPr>
            <p:ph type="sldNum" sz="quarter" idx="12"/>
          </p:nvPr>
        </p:nvSpPr>
        <p:spPr/>
        <p:txBody>
          <a:bodyPr/>
          <a:lstStyle/>
          <a:p>
            <a:fld id="{CC057153-B650-4DEB-B370-79DDCFDCE934}" type="slidenum">
              <a:rPr lang="en-US" smtClean="0"/>
              <a:t>‹#›</a:t>
            </a:fld>
            <a:endParaRPr lang="en-US" dirty="0"/>
          </a:p>
        </p:txBody>
      </p:sp>
      <p:cxnSp>
        <p:nvCxnSpPr>
          <p:cNvPr id="10" name="Straight Connector 9">
            <a:extLst>
              <a:ext uri="{FF2B5EF4-FFF2-40B4-BE49-F238E27FC236}">
                <a16:creationId xmlns:a16="http://schemas.microsoft.com/office/drawing/2014/main" id="{B44E0F01-74F8-4E05-0BF9-107555BA139C}"/>
              </a:ext>
            </a:extLst>
          </p:cNvPr>
          <p:cNvCxnSpPr>
            <a:cxnSpLocks/>
          </p:cNvCxnSpPr>
          <p:nvPr userDrawn="1"/>
        </p:nvCxnSpPr>
        <p:spPr>
          <a:xfrm>
            <a:off x="6624761" y="164150"/>
            <a:ext cx="5567239"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11" name="Picture Placeholder 10">
            <a:extLst>
              <a:ext uri="{FF2B5EF4-FFF2-40B4-BE49-F238E27FC236}">
                <a16:creationId xmlns:a16="http://schemas.microsoft.com/office/drawing/2014/main" id="{7F8EA658-2652-6F81-1B04-D50C60A3F171}"/>
              </a:ext>
            </a:extLst>
          </p:cNvPr>
          <p:cNvSpPr>
            <a:spLocks noGrp="1"/>
          </p:cNvSpPr>
          <p:nvPr>
            <p:ph type="pic" sz="quarter" idx="13"/>
          </p:nvPr>
        </p:nvSpPr>
        <p:spPr>
          <a:xfrm>
            <a:off x="598328" y="0"/>
            <a:ext cx="5843502" cy="6858000"/>
          </a:xfrm>
          <a:blipFill dpi="0" rotWithShape="1">
            <a:blip r:embed="rId2">
              <a:alphaModFix amt="60000"/>
            </a:blip>
            <a:srcRect/>
            <a:stretch>
              <a:fillRect/>
            </a:stretch>
          </a:blipFill>
        </p:spPr>
        <p:txBody>
          <a:bodyPr/>
          <a:lstStyle>
            <a:lvl1pPr marL="0" indent="0">
              <a:buNone/>
              <a:defRPr/>
            </a:lvl1pPr>
          </a:lstStyle>
          <a:p>
            <a:r>
              <a:rPr lang="en-US" dirty="0"/>
              <a:t>Click icon to add picture</a:t>
            </a:r>
          </a:p>
        </p:txBody>
      </p:sp>
      <p:sp>
        <p:nvSpPr>
          <p:cNvPr id="8" name="Content Placeholder 7">
            <a:extLst>
              <a:ext uri="{FF2B5EF4-FFF2-40B4-BE49-F238E27FC236}">
                <a16:creationId xmlns:a16="http://schemas.microsoft.com/office/drawing/2014/main" id="{7FF0220E-48F8-B4D9-19DE-7B457C3C221C}"/>
              </a:ext>
            </a:extLst>
          </p:cNvPr>
          <p:cNvSpPr>
            <a:spLocks noGrp="1"/>
          </p:cNvSpPr>
          <p:nvPr>
            <p:ph sz="quarter" idx="14"/>
          </p:nvPr>
        </p:nvSpPr>
        <p:spPr>
          <a:xfrm>
            <a:off x="6807693" y="2492387"/>
            <a:ext cx="4750271" cy="3730613"/>
          </a:xfrm>
        </p:spPr>
        <p:txBody>
          <a:bodyPr>
            <a:normAutofit/>
          </a:bodyPr>
          <a:lstStyle>
            <a:lvl1pPr marL="0" indent="0">
              <a:buNone/>
              <a:defRPr sz="1600"/>
            </a:lvl1pPr>
            <a:lvl2pPr marL="228600" indent="0">
              <a:buNone/>
              <a:defRPr sz="1600"/>
            </a:lvl2pPr>
            <a:lvl3pPr marL="457200" indent="0">
              <a:buNone/>
              <a:defRPr sz="1600"/>
            </a:lvl3pPr>
            <a:lvl4pPr marL="685800" indent="0">
              <a:buNone/>
              <a:defRPr sz="1600"/>
            </a:lvl4pPr>
            <a:lvl5pPr marL="914400" indent="0">
              <a:buNone/>
              <a:defRPr sz="16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cxnSp>
        <p:nvCxnSpPr>
          <p:cNvPr id="3" name="Straight Connector 2">
            <a:extLst>
              <a:ext uri="{FF2B5EF4-FFF2-40B4-BE49-F238E27FC236}">
                <a16:creationId xmlns:a16="http://schemas.microsoft.com/office/drawing/2014/main" id="{A85E70CC-C7D7-B9CE-493E-0579781D2D31}"/>
              </a:ext>
            </a:extLst>
          </p:cNvPr>
          <p:cNvCxnSpPr>
            <a:cxnSpLocks/>
          </p:cNvCxnSpPr>
          <p:nvPr userDrawn="1"/>
        </p:nvCxnSpPr>
        <p:spPr>
          <a:xfrm>
            <a:off x="6624761" y="0"/>
            <a:ext cx="0" cy="6858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 name="Straight Connector 3">
            <a:extLst>
              <a:ext uri="{FF2B5EF4-FFF2-40B4-BE49-F238E27FC236}">
                <a16:creationId xmlns:a16="http://schemas.microsoft.com/office/drawing/2014/main" id="{0E830231-922B-910E-CA0F-2B635AE5E80F}"/>
              </a:ext>
            </a:extLst>
          </p:cNvPr>
          <p:cNvCxnSpPr>
            <a:cxnSpLocks/>
          </p:cNvCxnSpPr>
          <p:nvPr userDrawn="1"/>
        </p:nvCxnSpPr>
        <p:spPr>
          <a:xfrm>
            <a:off x="429793" y="0"/>
            <a:ext cx="0" cy="6858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701865921"/>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p:cSld name="Content with Picture 6">
    <p:bg>
      <p:bgPr>
        <a:solidFill>
          <a:schemeClr val="bg2"/>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634032" y="1001715"/>
            <a:ext cx="4714880" cy="1125536"/>
          </a:xfrm>
        </p:spPr>
        <p:txBody>
          <a:bodyPr anchor="b">
            <a:noAutofit/>
          </a:bodyPr>
          <a:lstStyle>
            <a:lvl1pPr>
              <a:defRPr sz="4000"/>
            </a:lvl1pPr>
          </a:lstStyle>
          <a:p>
            <a:r>
              <a:rPr lang="en-US" dirty="0"/>
              <a:t>Click to edit Master title style</a:t>
            </a:r>
          </a:p>
        </p:txBody>
      </p:sp>
      <p:sp>
        <p:nvSpPr>
          <p:cNvPr id="6" name="Footer Placeholder 5">
            <a:extLst>
              <a:ext uri="{FF2B5EF4-FFF2-40B4-BE49-F238E27FC236}">
                <a16:creationId xmlns:a16="http://schemas.microsoft.com/office/drawing/2014/main" id="{C2BDD5A2-CE3E-3215-6DAA-F75C0D1229DA}"/>
              </a:ext>
            </a:extLst>
          </p:cNvPr>
          <p:cNvSpPr>
            <a:spLocks noGrp="1"/>
          </p:cNvSpPr>
          <p:nvPr>
            <p:ph type="ftr" sz="quarter" idx="11"/>
          </p:nvPr>
        </p:nvSpPr>
        <p:spPr>
          <a:xfrm rot="16200000">
            <a:off x="-2071905" y="2231455"/>
            <a:ext cx="4564377" cy="429768"/>
          </a:xfrm>
        </p:spPr>
        <p:txBody>
          <a:bodyPr/>
          <a:lstStyle>
            <a:lvl1pPr>
              <a:defRPr>
                <a:solidFill>
                  <a:schemeClr val="tx1"/>
                </a:solidFill>
                <a:effectLst/>
              </a:defRPr>
            </a:lvl1pPr>
          </a:lstStyle>
          <a:p>
            <a:r>
              <a:rPr lang="en-US" dirty="0"/>
              <a:t>GROWTH MARKETING PLAN</a:t>
            </a:r>
          </a:p>
        </p:txBody>
      </p:sp>
      <p:sp>
        <p:nvSpPr>
          <p:cNvPr id="5" name="Date Placeholder 4">
            <a:extLst>
              <a:ext uri="{FF2B5EF4-FFF2-40B4-BE49-F238E27FC236}">
                <a16:creationId xmlns:a16="http://schemas.microsoft.com/office/drawing/2014/main" id="{897D0B7E-1A60-DA52-6965-92412B1C2F9F}"/>
              </a:ext>
            </a:extLst>
          </p:cNvPr>
          <p:cNvSpPr>
            <a:spLocks noGrp="1"/>
          </p:cNvSpPr>
          <p:nvPr>
            <p:ph type="dt" sz="half" idx="10"/>
          </p:nvPr>
        </p:nvSpPr>
        <p:spPr>
          <a:xfrm rot="16200000">
            <a:off x="-536954" y="5260879"/>
            <a:ext cx="1494474" cy="429768"/>
          </a:xfrm>
        </p:spPr>
        <p:txBody>
          <a:bodyPr/>
          <a:lstStyle/>
          <a:p>
            <a:fld id="{2DF6CB4C-CEEE-488F-A556-6D160C723A2D}" type="datetime1">
              <a:rPr lang="en-US" smtClean="0"/>
              <a:t>7/28/2026</a:t>
            </a:fld>
            <a:endParaRPr lang="en-US" dirty="0"/>
          </a:p>
        </p:txBody>
      </p:sp>
      <p:sp>
        <p:nvSpPr>
          <p:cNvPr id="7" name="Slide Number Placeholder 6">
            <a:extLst>
              <a:ext uri="{FF2B5EF4-FFF2-40B4-BE49-F238E27FC236}">
                <a16:creationId xmlns:a16="http://schemas.microsoft.com/office/drawing/2014/main" id="{B1B822F1-284A-1786-FAF2-72129E2FE64D}"/>
              </a:ext>
            </a:extLst>
          </p:cNvPr>
          <p:cNvSpPr>
            <a:spLocks noGrp="1"/>
          </p:cNvSpPr>
          <p:nvPr>
            <p:ph type="sldNum" sz="quarter" idx="12"/>
          </p:nvPr>
        </p:nvSpPr>
        <p:spPr>
          <a:xfrm>
            <a:off x="-4601" y="6492240"/>
            <a:ext cx="429207" cy="365760"/>
          </a:xfrm>
        </p:spPr>
        <p:txBody>
          <a:bodyPr/>
          <a:lstStyle>
            <a:lvl1pPr>
              <a:defRPr>
                <a:solidFill>
                  <a:schemeClr val="tx1"/>
                </a:solidFill>
                <a:effectLst/>
              </a:defRPr>
            </a:lvl1pPr>
          </a:lstStyle>
          <a:p>
            <a:fld id="{CC057153-B650-4DEB-B370-79DDCFDCE934}" type="slidenum">
              <a:rPr lang="en-US" smtClean="0"/>
              <a:pPr/>
              <a:t>‹#›</a:t>
            </a:fld>
            <a:endParaRPr lang="en-US" dirty="0"/>
          </a:p>
        </p:txBody>
      </p:sp>
      <p:cxnSp>
        <p:nvCxnSpPr>
          <p:cNvPr id="3" name="Straight Connector 2">
            <a:extLst>
              <a:ext uri="{FF2B5EF4-FFF2-40B4-BE49-F238E27FC236}">
                <a16:creationId xmlns:a16="http://schemas.microsoft.com/office/drawing/2014/main" id="{8812D87E-65D6-AA23-C2F1-6ACD679648B1}"/>
              </a:ext>
            </a:extLst>
          </p:cNvPr>
          <p:cNvCxnSpPr>
            <a:cxnSpLocks/>
          </p:cNvCxnSpPr>
          <p:nvPr userDrawn="1"/>
        </p:nvCxnSpPr>
        <p:spPr>
          <a:xfrm>
            <a:off x="431800" y="164150"/>
            <a:ext cx="5287176"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8" name="Content Placeholder 7">
            <a:extLst>
              <a:ext uri="{FF2B5EF4-FFF2-40B4-BE49-F238E27FC236}">
                <a16:creationId xmlns:a16="http://schemas.microsoft.com/office/drawing/2014/main" id="{747AED59-1A26-9C13-8482-7857E7DEFE52}"/>
              </a:ext>
            </a:extLst>
          </p:cNvPr>
          <p:cNvSpPr>
            <a:spLocks noGrp="1"/>
          </p:cNvSpPr>
          <p:nvPr>
            <p:ph sz="quarter" idx="14"/>
          </p:nvPr>
        </p:nvSpPr>
        <p:spPr>
          <a:xfrm>
            <a:off x="634031" y="2493965"/>
            <a:ext cx="4714880" cy="3729035"/>
          </a:xfrm>
        </p:spPr>
        <p:txBody>
          <a:bodyPr>
            <a:normAutofit/>
          </a:bodyPr>
          <a:lstStyle>
            <a:lvl1pPr marL="0" indent="0">
              <a:buNone/>
              <a:defRPr sz="1600"/>
            </a:lvl1pPr>
            <a:lvl2pPr marL="228600" indent="0">
              <a:buNone/>
              <a:defRPr sz="1600"/>
            </a:lvl2pPr>
            <a:lvl3pPr marL="457200" indent="0">
              <a:buNone/>
              <a:defRPr sz="1600"/>
            </a:lvl3pPr>
            <a:lvl4pPr marL="685800" indent="0">
              <a:buNone/>
              <a:defRPr sz="1600"/>
            </a:lvl4pPr>
            <a:lvl5pPr marL="914400" indent="0">
              <a:buNone/>
              <a:defRPr sz="16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1" name="Picture Placeholder 10">
            <a:extLst>
              <a:ext uri="{FF2B5EF4-FFF2-40B4-BE49-F238E27FC236}">
                <a16:creationId xmlns:a16="http://schemas.microsoft.com/office/drawing/2014/main" id="{7F8EA658-2652-6F81-1B04-D50C60A3F171}"/>
              </a:ext>
            </a:extLst>
          </p:cNvPr>
          <p:cNvSpPr>
            <a:spLocks noGrp="1"/>
          </p:cNvSpPr>
          <p:nvPr>
            <p:ph type="pic" sz="quarter" idx="13"/>
          </p:nvPr>
        </p:nvSpPr>
        <p:spPr>
          <a:xfrm>
            <a:off x="5888095" y="-1"/>
            <a:ext cx="6303905" cy="6888997"/>
          </a:xfrm>
          <a:blipFill dpi="0" rotWithShape="1">
            <a:blip r:embed="rId2">
              <a:alphaModFix amt="60000"/>
            </a:blip>
            <a:srcRect/>
            <a:stretch>
              <a:fillRect/>
            </a:stretch>
          </a:blipFill>
        </p:spPr>
        <p:txBody>
          <a:bodyPr/>
          <a:lstStyle>
            <a:lvl1pPr marL="0" indent="0">
              <a:buNone/>
              <a:defRPr/>
            </a:lvl1pPr>
          </a:lstStyle>
          <a:p>
            <a:r>
              <a:rPr lang="en-US" dirty="0"/>
              <a:t>Click icon to add picture</a:t>
            </a:r>
          </a:p>
        </p:txBody>
      </p:sp>
      <p:cxnSp>
        <p:nvCxnSpPr>
          <p:cNvPr id="10" name="Straight Connector 9">
            <a:extLst>
              <a:ext uri="{FF2B5EF4-FFF2-40B4-BE49-F238E27FC236}">
                <a16:creationId xmlns:a16="http://schemas.microsoft.com/office/drawing/2014/main" id="{5CC1A446-6BAE-22CC-E376-C7034DBFDE71}"/>
              </a:ext>
            </a:extLst>
          </p:cNvPr>
          <p:cNvCxnSpPr>
            <a:cxnSpLocks/>
          </p:cNvCxnSpPr>
          <p:nvPr userDrawn="1"/>
        </p:nvCxnSpPr>
        <p:spPr>
          <a:xfrm>
            <a:off x="5718976" y="0"/>
            <a:ext cx="0" cy="6858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2" name="Straight Connector 11">
            <a:extLst>
              <a:ext uri="{FF2B5EF4-FFF2-40B4-BE49-F238E27FC236}">
                <a16:creationId xmlns:a16="http://schemas.microsoft.com/office/drawing/2014/main" id="{04047466-B04C-40AF-946A-45572220C733}"/>
              </a:ext>
            </a:extLst>
          </p:cNvPr>
          <p:cNvCxnSpPr>
            <a:cxnSpLocks/>
          </p:cNvCxnSpPr>
          <p:nvPr userDrawn="1"/>
        </p:nvCxnSpPr>
        <p:spPr>
          <a:xfrm>
            <a:off x="429793" y="0"/>
            <a:ext cx="0" cy="6858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447855530"/>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p:cSld name="Content with Picture 7">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7113504" y="1001715"/>
            <a:ext cx="4444457" cy="1122374"/>
          </a:xfrm>
        </p:spPr>
        <p:txBody>
          <a:bodyPr anchor="b">
            <a:noAutofit/>
          </a:bodyPr>
          <a:lstStyle>
            <a:lvl1pPr>
              <a:defRPr sz="4000"/>
            </a:lvl1pPr>
          </a:lstStyle>
          <a:p>
            <a:r>
              <a:rPr lang="en-US" dirty="0"/>
              <a:t>Click to edit Master title style</a:t>
            </a:r>
          </a:p>
        </p:txBody>
      </p:sp>
      <p:sp>
        <p:nvSpPr>
          <p:cNvPr id="6" name="Footer Placeholder 5">
            <a:extLst>
              <a:ext uri="{FF2B5EF4-FFF2-40B4-BE49-F238E27FC236}">
                <a16:creationId xmlns:a16="http://schemas.microsoft.com/office/drawing/2014/main" id="{C2BDD5A2-CE3E-3215-6DAA-F75C0D1229DA}"/>
              </a:ext>
            </a:extLst>
          </p:cNvPr>
          <p:cNvSpPr>
            <a:spLocks noGrp="1"/>
          </p:cNvSpPr>
          <p:nvPr>
            <p:ph type="ftr" sz="quarter" idx="11"/>
          </p:nvPr>
        </p:nvSpPr>
        <p:spPr>
          <a:xfrm rot="16200000">
            <a:off x="-2067304" y="2231454"/>
            <a:ext cx="4564376" cy="429768"/>
          </a:xfrm>
        </p:spPr>
        <p:txBody>
          <a:bodyPr/>
          <a:lstStyle/>
          <a:p>
            <a:r>
              <a:rPr lang="en-US" dirty="0"/>
              <a:t>GROWTH MARKETING PLAN</a:t>
            </a:r>
          </a:p>
        </p:txBody>
      </p:sp>
      <p:sp>
        <p:nvSpPr>
          <p:cNvPr id="5" name="Date Placeholder 4">
            <a:extLst>
              <a:ext uri="{FF2B5EF4-FFF2-40B4-BE49-F238E27FC236}">
                <a16:creationId xmlns:a16="http://schemas.microsoft.com/office/drawing/2014/main" id="{897D0B7E-1A60-DA52-6965-92412B1C2F9F}"/>
              </a:ext>
            </a:extLst>
          </p:cNvPr>
          <p:cNvSpPr>
            <a:spLocks noGrp="1"/>
          </p:cNvSpPr>
          <p:nvPr>
            <p:ph type="dt" sz="half" idx="10"/>
          </p:nvPr>
        </p:nvSpPr>
        <p:spPr>
          <a:xfrm rot="16200000">
            <a:off x="-532354" y="5260879"/>
            <a:ext cx="1494473" cy="429768"/>
          </a:xfrm>
        </p:spPr>
        <p:txBody>
          <a:bodyPr/>
          <a:lstStyle>
            <a:lvl1pPr>
              <a:defRPr>
                <a:solidFill>
                  <a:schemeClr val="tx1"/>
                </a:solidFill>
                <a:effectLst/>
              </a:defRPr>
            </a:lvl1pPr>
          </a:lstStyle>
          <a:p>
            <a:fld id="{4652FFD6-A518-49CA-8126-283C2A8EFE6F}" type="datetime1">
              <a:rPr lang="en-US" smtClean="0"/>
              <a:t>7/28/2026</a:t>
            </a:fld>
            <a:endParaRPr lang="en-US" dirty="0"/>
          </a:p>
        </p:txBody>
      </p:sp>
      <p:sp>
        <p:nvSpPr>
          <p:cNvPr id="7" name="Slide Number Placeholder 6">
            <a:extLst>
              <a:ext uri="{FF2B5EF4-FFF2-40B4-BE49-F238E27FC236}">
                <a16:creationId xmlns:a16="http://schemas.microsoft.com/office/drawing/2014/main" id="{B1B822F1-284A-1786-FAF2-72129E2FE64D}"/>
              </a:ext>
            </a:extLst>
          </p:cNvPr>
          <p:cNvSpPr>
            <a:spLocks noGrp="1"/>
          </p:cNvSpPr>
          <p:nvPr>
            <p:ph type="sldNum" sz="quarter" idx="12"/>
          </p:nvPr>
        </p:nvSpPr>
        <p:spPr/>
        <p:txBody>
          <a:bodyPr/>
          <a:lstStyle/>
          <a:p>
            <a:fld id="{CC057153-B650-4DEB-B370-79DDCFDCE934}" type="slidenum">
              <a:rPr lang="en-US" smtClean="0"/>
              <a:t>‹#›</a:t>
            </a:fld>
            <a:endParaRPr lang="en-US" dirty="0"/>
          </a:p>
        </p:txBody>
      </p:sp>
      <p:cxnSp>
        <p:nvCxnSpPr>
          <p:cNvPr id="9" name="Straight Connector 8">
            <a:extLst>
              <a:ext uri="{FF2B5EF4-FFF2-40B4-BE49-F238E27FC236}">
                <a16:creationId xmlns:a16="http://schemas.microsoft.com/office/drawing/2014/main" id="{78B378FF-8198-DC37-BA5B-473DEDD75988}"/>
              </a:ext>
            </a:extLst>
          </p:cNvPr>
          <p:cNvCxnSpPr>
            <a:cxnSpLocks/>
          </p:cNvCxnSpPr>
          <p:nvPr userDrawn="1"/>
        </p:nvCxnSpPr>
        <p:spPr>
          <a:xfrm>
            <a:off x="6934701" y="164150"/>
            <a:ext cx="5257299"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11" name="Picture Placeholder 10">
            <a:extLst>
              <a:ext uri="{FF2B5EF4-FFF2-40B4-BE49-F238E27FC236}">
                <a16:creationId xmlns:a16="http://schemas.microsoft.com/office/drawing/2014/main" id="{7F8EA658-2652-6F81-1B04-D50C60A3F171}"/>
              </a:ext>
            </a:extLst>
          </p:cNvPr>
          <p:cNvSpPr>
            <a:spLocks noGrp="1"/>
          </p:cNvSpPr>
          <p:nvPr>
            <p:ph type="pic" sz="quarter" idx="13"/>
          </p:nvPr>
        </p:nvSpPr>
        <p:spPr>
          <a:xfrm>
            <a:off x="598327" y="0"/>
            <a:ext cx="6154001" cy="6858000"/>
          </a:xfrm>
          <a:blipFill dpi="0" rotWithShape="1">
            <a:blip r:embed="rId2">
              <a:alphaModFix amt="60000"/>
            </a:blip>
            <a:srcRect/>
            <a:stretch>
              <a:fillRect l="-2748" r="-2748"/>
            </a:stretch>
          </a:blipFill>
        </p:spPr>
        <p:txBody>
          <a:bodyPr/>
          <a:lstStyle>
            <a:lvl1pPr marL="0" indent="0">
              <a:buNone/>
              <a:defRPr/>
            </a:lvl1pPr>
          </a:lstStyle>
          <a:p>
            <a:r>
              <a:rPr lang="en-US" dirty="0"/>
              <a:t>Click icon to add picture</a:t>
            </a:r>
          </a:p>
        </p:txBody>
      </p:sp>
      <p:sp>
        <p:nvSpPr>
          <p:cNvPr id="8" name="Content Placeholder 7">
            <a:extLst>
              <a:ext uri="{FF2B5EF4-FFF2-40B4-BE49-F238E27FC236}">
                <a16:creationId xmlns:a16="http://schemas.microsoft.com/office/drawing/2014/main" id="{7FF0220E-48F8-B4D9-19DE-7B457C3C221C}"/>
              </a:ext>
            </a:extLst>
          </p:cNvPr>
          <p:cNvSpPr>
            <a:spLocks noGrp="1"/>
          </p:cNvSpPr>
          <p:nvPr>
            <p:ph sz="quarter" idx="14"/>
          </p:nvPr>
        </p:nvSpPr>
        <p:spPr>
          <a:xfrm>
            <a:off x="7113505" y="2496190"/>
            <a:ext cx="4444460" cy="3726809"/>
          </a:xfrm>
        </p:spPr>
        <p:txBody>
          <a:bodyPr>
            <a:normAutofit/>
          </a:bodyPr>
          <a:lstStyle>
            <a:lvl1pPr>
              <a:defRPr sz="1600"/>
            </a:lvl1pPr>
            <a:lvl2pPr>
              <a:defRPr sz="1600"/>
            </a:lvl2pPr>
            <a:lvl3pPr>
              <a:defRPr sz="1600"/>
            </a:lvl3pPr>
            <a:lvl4pPr>
              <a:defRPr sz="1600"/>
            </a:lvl4pPr>
            <a:lvl5pPr>
              <a:defRPr sz="16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cxnSp>
        <p:nvCxnSpPr>
          <p:cNvPr id="3" name="Straight Connector 2">
            <a:extLst>
              <a:ext uri="{FF2B5EF4-FFF2-40B4-BE49-F238E27FC236}">
                <a16:creationId xmlns:a16="http://schemas.microsoft.com/office/drawing/2014/main" id="{E54E56D6-14F7-4AF8-BCF3-2B60F1174250}"/>
              </a:ext>
            </a:extLst>
          </p:cNvPr>
          <p:cNvCxnSpPr>
            <a:cxnSpLocks/>
          </p:cNvCxnSpPr>
          <p:nvPr userDrawn="1"/>
        </p:nvCxnSpPr>
        <p:spPr>
          <a:xfrm>
            <a:off x="6934701" y="0"/>
            <a:ext cx="0" cy="6858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2" name="Straight Connector 11">
            <a:extLst>
              <a:ext uri="{FF2B5EF4-FFF2-40B4-BE49-F238E27FC236}">
                <a16:creationId xmlns:a16="http://schemas.microsoft.com/office/drawing/2014/main" id="{1FD24FBA-09F1-E77D-0C3E-A914CBD5F4F2}"/>
              </a:ext>
            </a:extLst>
          </p:cNvPr>
          <p:cNvCxnSpPr>
            <a:cxnSpLocks/>
          </p:cNvCxnSpPr>
          <p:nvPr userDrawn="1"/>
        </p:nvCxnSpPr>
        <p:spPr>
          <a:xfrm>
            <a:off x="429793" y="0"/>
            <a:ext cx="0" cy="6858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773851120"/>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p:cSld name="Content with Picture 8">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649520" y="1001715"/>
            <a:ext cx="4687174" cy="1127751"/>
          </a:xfrm>
        </p:spPr>
        <p:txBody>
          <a:bodyPr anchor="b">
            <a:noAutofit/>
          </a:bodyPr>
          <a:lstStyle>
            <a:lvl1pPr>
              <a:defRPr sz="4000"/>
            </a:lvl1pPr>
          </a:lstStyle>
          <a:p>
            <a:r>
              <a:rPr lang="en-US" dirty="0"/>
              <a:t>Click to edit Master title style</a:t>
            </a:r>
          </a:p>
        </p:txBody>
      </p:sp>
      <p:sp>
        <p:nvSpPr>
          <p:cNvPr id="6" name="Footer Placeholder 5">
            <a:extLst>
              <a:ext uri="{FF2B5EF4-FFF2-40B4-BE49-F238E27FC236}">
                <a16:creationId xmlns:a16="http://schemas.microsoft.com/office/drawing/2014/main" id="{C2BDD5A2-CE3E-3215-6DAA-F75C0D1229DA}"/>
              </a:ext>
            </a:extLst>
          </p:cNvPr>
          <p:cNvSpPr>
            <a:spLocks noGrp="1"/>
          </p:cNvSpPr>
          <p:nvPr>
            <p:ph type="ftr" sz="quarter" idx="11"/>
          </p:nvPr>
        </p:nvSpPr>
        <p:spPr>
          <a:xfrm rot="16200000">
            <a:off x="-2064711" y="2231455"/>
            <a:ext cx="4564377" cy="429768"/>
          </a:xfrm>
        </p:spPr>
        <p:txBody>
          <a:bodyPr/>
          <a:lstStyle>
            <a:lvl1pPr>
              <a:defRPr>
                <a:solidFill>
                  <a:schemeClr val="tx1"/>
                </a:solidFill>
                <a:effectLst/>
              </a:defRPr>
            </a:lvl1pPr>
          </a:lstStyle>
          <a:p>
            <a:r>
              <a:rPr lang="en-US" dirty="0"/>
              <a:t>GROWTH MARKETING PLAN</a:t>
            </a:r>
          </a:p>
        </p:txBody>
      </p:sp>
      <p:sp>
        <p:nvSpPr>
          <p:cNvPr id="5" name="Date Placeholder 4">
            <a:extLst>
              <a:ext uri="{FF2B5EF4-FFF2-40B4-BE49-F238E27FC236}">
                <a16:creationId xmlns:a16="http://schemas.microsoft.com/office/drawing/2014/main" id="{897D0B7E-1A60-DA52-6965-92412B1C2F9F}"/>
              </a:ext>
            </a:extLst>
          </p:cNvPr>
          <p:cNvSpPr>
            <a:spLocks noGrp="1"/>
          </p:cNvSpPr>
          <p:nvPr>
            <p:ph type="dt" sz="half" idx="10"/>
          </p:nvPr>
        </p:nvSpPr>
        <p:spPr>
          <a:xfrm rot="16200000">
            <a:off x="-529760" y="5260879"/>
            <a:ext cx="1494474" cy="429768"/>
          </a:xfrm>
        </p:spPr>
        <p:txBody>
          <a:bodyPr/>
          <a:lstStyle/>
          <a:p>
            <a:fld id="{BDA16E6D-ABB3-4B84-99F2-E42A2B9DF2C2}" type="datetime1">
              <a:rPr lang="en-US" smtClean="0"/>
              <a:t>7/28/2026</a:t>
            </a:fld>
            <a:endParaRPr lang="en-US" dirty="0"/>
          </a:p>
        </p:txBody>
      </p:sp>
      <p:sp>
        <p:nvSpPr>
          <p:cNvPr id="7" name="Slide Number Placeholder 6">
            <a:extLst>
              <a:ext uri="{FF2B5EF4-FFF2-40B4-BE49-F238E27FC236}">
                <a16:creationId xmlns:a16="http://schemas.microsoft.com/office/drawing/2014/main" id="{B1B822F1-284A-1786-FAF2-72129E2FE64D}"/>
              </a:ext>
            </a:extLst>
          </p:cNvPr>
          <p:cNvSpPr>
            <a:spLocks noGrp="1"/>
          </p:cNvSpPr>
          <p:nvPr>
            <p:ph type="sldNum" sz="quarter" idx="12"/>
          </p:nvPr>
        </p:nvSpPr>
        <p:spPr>
          <a:xfrm>
            <a:off x="2593" y="6492875"/>
            <a:ext cx="429207" cy="365125"/>
          </a:xfrm>
        </p:spPr>
        <p:txBody>
          <a:bodyPr/>
          <a:lstStyle>
            <a:lvl1pPr>
              <a:defRPr>
                <a:solidFill>
                  <a:schemeClr val="tx1"/>
                </a:solidFill>
                <a:effectLst/>
              </a:defRPr>
            </a:lvl1pPr>
          </a:lstStyle>
          <a:p>
            <a:fld id="{CC057153-B650-4DEB-B370-79DDCFDCE934}" type="slidenum">
              <a:rPr lang="en-US" smtClean="0"/>
              <a:pPr/>
              <a:t>‹#›</a:t>
            </a:fld>
            <a:endParaRPr lang="en-US" dirty="0"/>
          </a:p>
        </p:txBody>
      </p:sp>
      <p:cxnSp>
        <p:nvCxnSpPr>
          <p:cNvPr id="9" name="Straight Connector 8">
            <a:extLst>
              <a:ext uri="{FF2B5EF4-FFF2-40B4-BE49-F238E27FC236}">
                <a16:creationId xmlns:a16="http://schemas.microsoft.com/office/drawing/2014/main" id="{56838F21-75ED-E44B-42EB-FC7FE5E930B5}"/>
              </a:ext>
            </a:extLst>
          </p:cNvPr>
          <p:cNvCxnSpPr>
            <a:cxnSpLocks/>
          </p:cNvCxnSpPr>
          <p:nvPr userDrawn="1"/>
        </p:nvCxnSpPr>
        <p:spPr>
          <a:xfrm>
            <a:off x="431800" y="164150"/>
            <a:ext cx="5472668"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8" name="Content Placeholder 7">
            <a:extLst>
              <a:ext uri="{FF2B5EF4-FFF2-40B4-BE49-F238E27FC236}">
                <a16:creationId xmlns:a16="http://schemas.microsoft.com/office/drawing/2014/main" id="{747AED59-1A26-9C13-8482-7857E7DEFE52}"/>
              </a:ext>
            </a:extLst>
          </p:cNvPr>
          <p:cNvSpPr>
            <a:spLocks noGrp="1"/>
          </p:cNvSpPr>
          <p:nvPr>
            <p:ph sz="quarter" idx="14"/>
          </p:nvPr>
        </p:nvSpPr>
        <p:spPr>
          <a:xfrm>
            <a:off x="634030" y="2496181"/>
            <a:ext cx="4714880" cy="3726818"/>
          </a:xfrm>
        </p:spPr>
        <p:txBody>
          <a:bodyPr>
            <a:normAutofit/>
          </a:bodyPr>
          <a:lstStyle>
            <a:lvl1pPr>
              <a:defRPr sz="1600"/>
            </a:lvl1pPr>
            <a:lvl2pPr>
              <a:defRPr sz="1600"/>
            </a:lvl2pPr>
            <a:lvl3pPr>
              <a:defRPr sz="1600"/>
            </a:lvl3pPr>
            <a:lvl4pPr>
              <a:defRPr sz="1600"/>
            </a:lvl4pPr>
            <a:lvl5pPr>
              <a:defRPr sz="16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1" name="Picture Placeholder 10">
            <a:extLst>
              <a:ext uri="{FF2B5EF4-FFF2-40B4-BE49-F238E27FC236}">
                <a16:creationId xmlns:a16="http://schemas.microsoft.com/office/drawing/2014/main" id="{7F8EA658-2652-6F81-1B04-D50C60A3F171}"/>
              </a:ext>
            </a:extLst>
          </p:cNvPr>
          <p:cNvSpPr>
            <a:spLocks noGrp="1"/>
          </p:cNvSpPr>
          <p:nvPr>
            <p:ph type="pic" sz="quarter" idx="13"/>
          </p:nvPr>
        </p:nvSpPr>
        <p:spPr>
          <a:xfrm>
            <a:off x="6096000" y="0"/>
            <a:ext cx="6095999" cy="6858000"/>
          </a:xfrm>
          <a:blipFill dpi="0" rotWithShape="1">
            <a:blip r:embed="rId2">
              <a:alphaModFix amt="60000"/>
            </a:blip>
            <a:srcRect/>
            <a:stretch>
              <a:fillRect l="-2925"/>
            </a:stretch>
          </a:blipFill>
        </p:spPr>
        <p:txBody>
          <a:bodyPr/>
          <a:lstStyle>
            <a:lvl1pPr marL="0" indent="0">
              <a:buNone/>
              <a:defRPr/>
            </a:lvl1pPr>
          </a:lstStyle>
          <a:p>
            <a:r>
              <a:rPr lang="en-US" dirty="0"/>
              <a:t>Click icon to add picture</a:t>
            </a:r>
          </a:p>
        </p:txBody>
      </p:sp>
      <p:cxnSp>
        <p:nvCxnSpPr>
          <p:cNvPr id="3" name="Straight Connector 2">
            <a:extLst>
              <a:ext uri="{FF2B5EF4-FFF2-40B4-BE49-F238E27FC236}">
                <a16:creationId xmlns:a16="http://schemas.microsoft.com/office/drawing/2014/main" id="{CF9AEDF6-9814-FD08-73EB-63D58BF776EA}"/>
              </a:ext>
            </a:extLst>
          </p:cNvPr>
          <p:cNvCxnSpPr>
            <a:cxnSpLocks/>
          </p:cNvCxnSpPr>
          <p:nvPr userDrawn="1"/>
        </p:nvCxnSpPr>
        <p:spPr>
          <a:xfrm>
            <a:off x="5904468" y="0"/>
            <a:ext cx="0" cy="6858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 name="Straight Connector 3">
            <a:extLst>
              <a:ext uri="{FF2B5EF4-FFF2-40B4-BE49-F238E27FC236}">
                <a16:creationId xmlns:a16="http://schemas.microsoft.com/office/drawing/2014/main" id="{5A8CA044-325A-12D3-37BC-BDCEBBC342CC}"/>
              </a:ext>
            </a:extLst>
          </p:cNvPr>
          <p:cNvCxnSpPr>
            <a:cxnSpLocks/>
          </p:cNvCxnSpPr>
          <p:nvPr userDrawn="1"/>
        </p:nvCxnSpPr>
        <p:spPr>
          <a:xfrm>
            <a:off x="429793" y="0"/>
            <a:ext cx="0" cy="6858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947621235"/>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p:cSld name="Content with Picture 9">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7779767" y="1001715"/>
            <a:ext cx="3778198" cy="1108746"/>
          </a:xfrm>
        </p:spPr>
        <p:txBody>
          <a:bodyPr anchor="b">
            <a:noAutofit/>
          </a:bodyPr>
          <a:lstStyle>
            <a:lvl1pPr>
              <a:defRPr sz="4000"/>
            </a:lvl1pPr>
          </a:lstStyle>
          <a:p>
            <a:r>
              <a:rPr lang="en-US" dirty="0"/>
              <a:t>Click to edit Master title style</a:t>
            </a:r>
          </a:p>
        </p:txBody>
      </p:sp>
      <p:sp>
        <p:nvSpPr>
          <p:cNvPr id="9" name="Footer Placeholder 8">
            <a:extLst>
              <a:ext uri="{FF2B5EF4-FFF2-40B4-BE49-F238E27FC236}">
                <a16:creationId xmlns:a16="http://schemas.microsoft.com/office/drawing/2014/main" id="{B09198F5-FF38-389C-E060-120AC6301809}"/>
              </a:ext>
            </a:extLst>
          </p:cNvPr>
          <p:cNvSpPr>
            <a:spLocks noGrp="1"/>
          </p:cNvSpPr>
          <p:nvPr>
            <p:ph type="ftr" sz="quarter" idx="16"/>
          </p:nvPr>
        </p:nvSpPr>
        <p:spPr>
          <a:xfrm rot="16200000">
            <a:off x="-2067301" y="2231454"/>
            <a:ext cx="4564376" cy="429768"/>
          </a:xfrm>
        </p:spPr>
        <p:txBody>
          <a:bodyPr/>
          <a:lstStyle/>
          <a:p>
            <a:r>
              <a:rPr lang="en-US" dirty="0"/>
              <a:t>GROWTH MARKETING PLAN</a:t>
            </a:r>
          </a:p>
        </p:txBody>
      </p:sp>
      <p:sp>
        <p:nvSpPr>
          <p:cNvPr id="4" name="Date Placeholder 3">
            <a:extLst>
              <a:ext uri="{FF2B5EF4-FFF2-40B4-BE49-F238E27FC236}">
                <a16:creationId xmlns:a16="http://schemas.microsoft.com/office/drawing/2014/main" id="{15305F20-8340-4F06-2EA5-4D05FFED4587}"/>
              </a:ext>
            </a:extLst>
          </p:cNvPr>
          <p:cNvSpPr>
            <a:spLocks noGrp="1"/>
          </p:cNvSpPr>
          <p:nvPr>
            <p:ph type="dt" sz="half" idx="15"/>
          </p:nvPr>
        </p:nvSpPr>
        <p:spPr>
          <a:xfrm rot="16200000">
            <a:off x="-532352" y="5260879"/>
            <a:ext cx="1494475" cy="429768"/>
          </a:xfrm>
        </p:spPr>
        <p:txBody>
          <a:bodyPr/>
          <a:lstStyle/>
          <a:p>
            <a:fld id="{D67C4704-4F96-4DFD-9156-648F64A4FFD5}" type="datetime1">
              <a:rPr lang="en-US" smtClean="0"/>
              <a:t>7/28/2026</a:t>
            </a:fld>
            <a:endParaRPr lang="en-US" dirty="0"/>
          </a:p>
        </p:txBody>
      </p:sp>
      <p:sp>
        <p:nvSpPr>
          <p:cNvPr id="10" name="Slide Number Placeholder 9">
            <a:extLst>
              <a:ext uri="{FF2B5EF4-FFF2-40B4-BE49-F238E27FC236}">
                <a16:creationId xmlns:a16="http://schemas.microsoft.com/office/drawing/2014/main" id="{4963CA08-6B63-DC1E-8CB3-C323C9040122}"/>
              </a:ext>
            </a:extLst>
          </p:cNvPr>
          <p:cNvSpPr>
            <a:spLocks noGrp="1"/>
          </p:cNvSpPr>
          <p:nvPr>
            <p:ph type="sldNum" sz="quarter" idx="17"/>
          </p:nvPr>
        </p:nvSpPr>
        <p:spPr>
          <a:xfrm>
            <a:off x="2" y="6492513"/>
            <a:ext cx="429207" cy="365125"/>
          </a:xfrm>
        </p:spPr>
        <p:txBody>
          <a:bodyPr/>
          <a:lstStyle/>
          <a:p>
            <a:fld id="{CC057153-B650-4DEB-B370-79DDCFDCE934}" type="slidenum">
              <a:rPr lang="en-US" smtClean="0"/>
              <a:t>‹#›</a:t>
            </a:fld>
            <a:endParaRPr lang="en-US" dirty="0"/>
          </a:p>
        </p:txBody>
      </p:sp>
      <p:cxnSp>
        <p:nvCxnSpPr>
          <p:cNvPr id="7" name="Straight Connector 6">
            <a:extLst>
              <a:ext uri="{FF2B5EF4-FFF2-40B4-BE49-F238E27FC236}">
                <a16:creationId xmlns:a16="http://schemas.microsoft.com/office/drawing/2014/main" id="{8F9841FB-35AF-1919-0953-5642770662AC}"/>
              </a:ext>
            </a:extLst>
          </p:cNvPr>
          <p:cNvCxnSpPr>
            <a:cxnSpLocks/>
          </p:cNvCxnSpPr>
          <p:nvPr userDrawn="1"/>
        </p:nvCxnSpPr>
        <p:spPr>
          <a:xfrm>
            <a:off x="7597395" y="164150"/>
            <a:ext cx="4594605"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11" name="Picture Placeholder 10">
            <a:extLst>
              <a:ext uri="{FF2B5EF4-FFF2-40B4-BE49-F238E27FC236}">
                <a16:creationId xmlns:a16="http://schemas.microsoft.com/office/drawing/2014/main" id="{7F8EA658-2652-6F81-1B04-D50C60A3F171}"/>
              </a:ext>
            </a:extLst>
          </p:cNvPr>
          <p:cNvSpPr>
            <a:spLocks noGrp="1"/>
          </p:cNvSpPr>
          <p:nvPr>
            <p:ph type="pic" sz="quarter" idx="13"/>
          </p:nvPr>
        </p:nvSpPr>
        <p:spPr>
          <a:xfrm>
            <a:off x="598329" y="0"/>
            <a:ext cx="6816696" cy="6858000"/>
          </a:xfrm>
          <a:blipFill dpi="0" rotWithShape="1">
            <a:blip r:embed="rId2">
              <a:alphaModFix amt="60000"/>
            </a:blip>
            <a:srcRect/>
            <a:stretch>
              <a:fillRect l="-2482" r="-2480"/>
            </a:stretch>
          </a:blipFill>
        </p:spPr>
        <p:txBody>
          <a:bodyPr/>
          <a:lstStyle>
            <a:lvl1pPr marL="0" indent="0">
              <a:buNone/>
              <a:defRPr/>
            </a:lvl1pPr>
          </a:lstStyle>
          <a:p>
            <a:r>
              <a:rPr lang="en-US" dirty="0"/>
              <a:t>Click icon to add picture</a:t>
            </a:r>
          </a:p>
        </p:txBody>
      </p:sp>
      <p:sp>
        <p:nvSpPr>
          <p:cNvPr id="8" name="Content Placeholder 7">
            <a:extLst>
              <a:ext uri="{FF2B5EF4-FFF2-40B4-BE49-F238E27FC236}">
                <a16:creationId xmlns:a16="http://schemas.microsoft.com/office/drawing/2014/main" id="{747AED59-1A26-9C13-8482-7857E7DEFE52}"/>
              </a:ext>
            </a:extLst>
          </p:cNvPr>
          <p:cNvSpPr>
            <a:spLocks noGrp="1"/>
          </p:cNvSpPr>
          <p:nvPr>
            <p:ph sz="quarter" idx="14"/>
          </p:nvPr>
        </p:nvSpPr>
        <p:spPr>
          <a:xfrm>
            <a:off x="7779767" y="2515205"/>
            <a:ext cx="3778198" cy="3759382"/>
          </a:xfrm>
        </p:spPr>
        <p:txBody>
          <a:bodyPr>
            <a:normAutofit/>
          </a:bodyPr>
          <a:lstStyle>
            <a:lvl1pPr>
              <a:defRPr sz="1600"/>
            </a:lvl1pPr>
            <a:lvl2pPr>
              <a:defRPr sz="1600"/>
            </a:lvl2pPr>
            <a:lvl3pPr>
              <a:defRPr sz="1600"/>
            </a:lvl3pPr>
            <a:lvl4pPr>
              <a:defRPr sz="1600"/>
            </a:lvl4pPr>
            <a:lvl5pPr>
              <a:defRPr sz="16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cxnSp>
        <p:nvCxnSpPr>
          <p:cNvPr id="3" name="Straight Connector 2">
            <a:extLst>
              <a:ext uri="{FF2B5EF4-FFF2-40B4-BE49-F238E27FC236}">
                <a16:creationId xmlns:a16="http://schemas.microsoft.com/office/drawing/2014/main" id="{358AE5DC-7AFC-CD99-8A67-46A580A7DEFE}"/>
              </a:ext>
            </a:extLst>
          </p:cNvPr>
          <p:cNvCxnSpPr>
            <a:cxnSpLocks/>
          </p:cNvCxnSpPr>
          <p:nvPr userDrawn="1"/>
        </p:nvCxnSpPr>
        <p:spPr>
          <a:xfrm>
            <a:off x="7597395" y="0"/>
            <a:ext cx="0" cy="6858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 name="Straight Connector 4">
            <a:extLst>
              <a:ext uri="{FF2B5EF4-FFF2-40B4-BE49-F238E27FC236}">
                <a16:creationId xmlns:a16="http://schemas.microsoft.com/office/drawing/2014/main" id="{51BA6662-88AA-A191-B6D5-4B6DF99C8B16}"/>
              </a:ext>
            </a:extLst>
          </p:cNvPr>
          <p:cNvCxnSpPr>
            <a:cxnSpLocks/>
          </p:cNvCxnSpPr>
          <p:nvPr userDrawn="1"/>
        </p:nvCxnSpPr>
        <p:spPr>
          <a:xfrm>
            <a:off x="429793" y="0"/>
            <a:ext cx="0" cy="6858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340894611"/>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p:cSld name="Content with Picture 10">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631449" y="1001715"/>
            <a:ext cx="3401568" cy="1127760"/>
          </a:xfrm>
        </p:spPr>
        <p:txBody>
          <a:bodyPr anchor="b">
            <a:noAutofit/>
          </a:bodyPr>
          <a:lstStyle>
            <a:lvl1pPr>
              <a:defRPr sz="4000"/>
            </a:lvl1pPr>
          </a:lstStyle>
          <a:p>
            <a:r>
              <a:rPr lang="en-US" dirty="0"/>
              <a:t>Click to edit Master title style</a:t>
            </a:r>
          </a:p>
        </p:txBody>
      </p:sp>
      <p:sp>
        <p:nvSpPr>
          <p:cNvPr id="6" name="Footer Placeholder 5">
            <a:extLst>
              <a:ext uri="{FF2B5EF4-FFF2-40B4-BE49-F238E27FC236}">
                <a16:creationId xmlns:a16="http://schemas.microsoft.com/office/drawing/2014/main" id="{C2BDD5A2-CE3E-3215-6DAA-F75C0D1229DA}"/>
              </a:ext>
            </a:extLst>
          </p:cNvPr>
          <p:cNvSpPr>
            <a:spLocks noGrp="1"/>
          </p:cNvSpPr>
          <p:nvPr>
            <p:ph type="ftr" sz="quarter" idx="11"/>
          </p:nvPr>
        </p:nvSpPr>
        <p:spPr>
          <a:xfrm rot="16200000">
            <a:off x="-2062638" y="2236683"/>
            <a:ext cx="4553921" cy="429768"/>
          </a:xfrm>
        </p:spPr>
        <p:txBody>
          <a:bodyPr/>
          <a:lstStyle>
            <a:lvl1pPr>
              <a:defRPr>
                <a:solidFill>
                  <a:schemeClr val="tx1"/>
                </a:solidFill>
                <a:effectLst/>
              </a:defRPr>
            </a:lvl1pPr>
          </a:lstStyle>
          <a:p>
            <a:r>
              <a:rPr lang="en-US" dirty="0"/>
              <a:t>GROWTH MARKETING PLAN</a:t>
            </a:r>
          </a:p>
        </p:txBody>
      </p:sp>
      <p:sp>
        <p:nvSpPr>
          <p:cNvPr id="5" name="Date Placeholder 4">
            <a:extLst>
              <a:ext uri="{FF2B5EF4-FFF2-40B4-BE49-F238E27FC236}">
                <a16:creationId xmlns:a16="http://schemas.microsoft.com/office/drawing/2014/main" id="{897D0B7E-1A60-DA52-6965-92412B1C2F9F}"/>
              </a:ext>
            </a:extLst>
          </p:cNvPr>
          <p:cNvSpPr>
            <a:spLocks noGrp="1"/>
          </p:cNvSpPr>
          <p:nvPr>
            <p:ph type="dt" sz="half" idx="10"/>
          </p:nvPr>
        </p:nvSpPr>
        <p:spPr>
          <a:xfrm rot="16200000">
            <a:off x="-532354" y="5260880"/>
            <a:ext cx="1494476" cy="429768"/>
          </a:xfrm>
        </p:spPr>
        <p:txBody>
          <a:bodyPr/>
          <a:lstStyle/>
          <a:p>
            <a:fld id="{33B50C95-85D9-49F9-99D8-E6845F008D35}" type="datetime1">
              <a:rPr lang="en-US" smtClean="0"/>
              <a:t>7/28/2026</a:t>
            </a:fld>
            <a:endParaRPr lang="en-US" dirty="0"/>
          </a:p>
        </p:txBody>
      </p:sp>
      <p:sp>
        <p:nvSpPr>
          <p:cNvPr id="7" name="Slide Number Placeholder 6">
            <a:extLst>
              <a:ext uri="{FF2B5EF4-FFF2-40B4-BE49-F238E27FC236}">
                <a16:creationId xmlns:a16="http://schemas.microsoft.com/office/drawing/2014/main" id="{B1B822F1-284A-1786-FAF2-72129E2FE64D}"/>
              </a:ext>
            </a:extLst>
          </p:cNvPr>
          <p:cNvSpPr>
            <a:spLocks noGrp="1"/>
          </p:cNvSpPr>
          <p:nvPr>
            <p:ph type="sldNum" sz="quarter" idx="12"/>
          </p:nvPr>
        </p:nvSpPr>
        <p:spPr>
          <a:xfrm>
            <a:off x="0" y="6492875"/>
            <a:ext cx="429207" cy="365125"/>
          </a:xfrm>
        </p:spPr>
        <p:txBody>
          <a:bodyPr/>
          <a:lstStyle>
            <a:lvl1pPr>
              <a:defRPr>
                <a:solidFill>
                  <a:schemeClr val="tx1"/>
                </a:solidFill>
                <a:effectLst/>
              </a:defRPr>
            </a:lvl1pPr>
          </a:lstStyle>
          <a:p>
            <a:fld id="{CC057153-B650-4DEB-B370-79DDCFDCE934}" type="slidenum">
              <a:rPr lang="en-US" smtClean="0"/>
              <a:pPr/>
              <a:t>‹#›</a:t>
            </a:fld>
            <a:endParaRPr lang="en-US" dirty="0"/>
          </a:p>
        </p:txBody>
      </p:sp>
      <p:cxnSp>
        <p:nvCxnSpPr>
          <p:cNvPr id="3" name="Straight Connector 2">
            <a:extLst>
              <a:ext uri="{FF2B5EF4-FFF2-40B4-BE49-F238E27FC236}">
                <a16:creationId xmlns:a16="http://schemas.microsoft.com/office/drawing/2014/main" id="{9C4DF952-8FA0-48F5-F7EF-53D541404A33}"/>
              </a:ext>
            </a:extLst>
          </p:cNvPr>
          <p:cNvCxnSpPr>
            <a:cxnSpLocks/>
          </p:cNvCxnSpPr>
          <p:nvPr userDrawn="1"/>
        </p:nvCxnSpPr>
        <p:spPr>
          <a:xfrm>
            <a:off x="431800" y="164150"/>
            <a:ext cx="3800208"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8" name="Content Placeholder 7">
            <a:extLst>
              <a:ext uri="{FF2B5EF4-FFF2-40B4-BE49-F238E27FC236}">
                <a16:creationId xmlns:a16="http://schemas.microsoft.com/office/drawing/2014/main" id="{747AED59-1A26-9C13-8482-7857E7DEFE52}"/>
              </a:ext>
            </a:extLst>
          </p:cNvPr>
          <p:cNvSpPr>
            <a:spLocks noGrp="1"/>
          </p:cNvSpPr>
          <p:nvPr>
            <p:ph sz="quarter" idx="14"/>
          </p:nvPr>
        </p:nvSpPr>
        <p:spPr>
          <a:xfrm>
            <a:off x="631448" y="2491461"/>
            <a:ext cx="3401567" cy="3731539"/>
          </a:xfrm>
        </p:spPr>
        <p:txBody>
          <a:bodyPr anchor="b">
            <a:normAutofit/>
          </a:bodyPr>
          <a:lstStyle>
            <a:lvl1pPr marL="0" indent="0">
              <a:buNone/>
              <a:defRPr sz="1600"/>
            </a:lvl1pPr>
            <a:lvl2pPr marL="228600" indent="0">
              <a:buNone/>
              <a:defRPr sz="1600"/>
            </a:lvl2pPr>
            <a:lvl3pPr marL="457200" indent="0">
              <a:buNone/>
              <a:defRPr sz="1600"/>
            </a:lvl3pPr>
            <a:lvl4pPr marL="685800" indent="0">
              <a:buNone/>
              <a:defRPr sz="1600"/>
            </a:lvl4pPr>
            <a:lvl5pPr marL="914400" indent="0">
              <a:buNone/>
              <a:defRPr sz="16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1" name="Picture Placeholder 10">
            <a:extLst>
              <a:ext uri="{FF2B5EF4-FFF2-40B4-BE49-F238E27FC236}">
                <a16:creationId xmlns:a16="http://schemas.microsoft.com/office/drawing/2014/main" id="{7F8EA658-2652-6F81-1B04-D50C60A3F171}"/>
              </a:ext>
            </a:extLst>
          </p:cNvPr>
          <p:cNvSpPr>
            <a:spLocks noGrp="1"/>
          </p:cNvSpPr>
          <p:nvPr>
            <p:ph type="pic" sz="quarter" idx="13"/>
          </p:nvPr>
        </p:nvSpPr>
        <p:spPr>
          <a:xfrm>
            <a:off x="4234499" y="0"/>
            <a:ext cx="7962582" cy="6858000"/>
          </a:xfrm>
          <a:blipFill dpi="0" rotWithShape="1">
            <a:blip r:embed="rId2">
              <a:alphaModFix amt="60000"/>
            </a:blip>
            <a:srcRect/>
            <a:stretch>
              <a:fillRect l="-5169" r="2"/>
            </a:stretch>
          </a:blipFill>
        </p:spPr>
        <p:txBody>
          <a:bodyPr/>
          <a:lstStyle>
            <a:lvl1pPr marL="0" indent="0">
              <a:buFont typeface="Arial" panose="020B0604020202020204" pitchFamily="34" charset="0"/>
              <a:buNone/>
              <a:defRPr/>
            </a:lvl1pPr>
          </a:lstStyle>
          <a:p>
            <a:endParaRPr lang="en-US" dirty="0"/>
          </a:p>
        </p:txBody>
      </p:sp>
      <p:cxnSp>
        <p:nvCxnSpPr>
          <p:cNvPr id="12" name="Straight Connector 11">
            <a:extLst>
              <a:ext uri="{FF2B5EF4-FFF2-40B4-BE49-F238E27FC236}">
                <a16:creationId xmlns:a16="http://schemas.microsoft.com/office/drawing/2014/main" id="{696E75C3-3D50-62F4-97A1-08D85ABC2127}"/>
              </a:ext>
            </a:extLst>
          </p:cNvPr>
          <p:cNvCxnSpPr>
            <a:cxnSpLocks/>
          </p:cNvCxnSpPr>
          <p:nvPr userDrawn="1"/>
        </p:nvCxnSpPr>
        <p:spPr>
          <a:xfrm>
            <a:off x="429793" y="0"/>
            <a:ext cx="0" cy="6858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0" name="Straight Connector 9">
            <a:extLst>
              <a:ext uri="{FF2B5EF4-FFF2-40B4-BE49-F238E27FC236}">
                <a16:creationId xmlns:a16="http://schemas.microsoft.com/office/drawing/2014/main" id="{4CD9DCC5-4A76-A29C-BDAD-62E571E6267E}"/>
              </a:ext>
            </a:extLst>
          </p:cNvPr>
          <p:cNvCxnSpPr>
            <a:cxnSpLocks/>
          </p:cNvCxnSpPr>
          <p:nvPr userDrawn="1"/>
        </p:nvCxnSpPr>
        <p:spPr>
          <a:xfrm>
            <a:off x="4232008" y="0"/>
            <a:ext cx="0" cy="6858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631069105"/>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p:cSld name="Content with Picture 11">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7977541" y="1001716"/>
            <a:ext cx="3565637" cy="1494474"/>
          </a:xfrm>
        </p:spPr>
        <p:txBody>
          <a:bodyPr anchor="b">
            <a:noAutofit/>
          </a:bodyPr>
          <a:lstStyle>
            <a:lvl1pPr>
              <a:defRPr sz="4000"/>
            </a:lvl1pPr>
          </a:lstStyle>
          <a:p>
            <a:r>
              <a:rPr lang="en-US" dirty="0"/>
              <a:t>Click to edit Master title style</a:t>
            </a:r>
          </a:p>
        </p:txBody>
      </p:sp>
      <p:sp>
        <p:nvSpPr>
          <p:cNvPr id="6" name="Footer Placeholder 5">
            <a:extLst>
              <a:ext uri="{FF2B5EF4-FFF2-40B4-BE49-F238E27FC236}">
                <a16:creationId xmlns:a16="http://schemas.microsoft.com/office/drawing/2014/main" id="{C2BDD5A2-CE3E-3215-6DAA-F75C0D1229DA}"/>
              </a:ext>
            </a:extLst>
          </p:cNvPr>
          <p:cNvSpPr>
            <a:spLocks noGrp="1"/>
          </p:cNvSpPr>
          <p:nvPr>
            <p:ph type="ftr" sz="quarter" idx="11"/>
          </p:nvPr>
        </p:nvSpPr>
        <p:spPr>
          <a:xfrm rot="16200000">
            <a:off x="-2067302" y="2231455"/>
            <a:ext cx="4564377" cy="429768"/>
          </a:xfrm>
        </p:spPr>
        <p:txBody>
          <a:bodyPr/>
          <a:lstStyle/>
          <a:p>
            <a:r>
              <a:rPr lang="en-US" dirty="0"/>
              <a:t>GROWTH MARKETING PLAN</a:t>
            </a:r>
          </a:p>
        </p:txBody>
      </p:sp>
      <p:sp>
        <p:nvSpPr>
          <p:cNvPr id="5" name="Date Placeholder 4">
            <a:extLst>
              <a:ext uri="{FF2B5EF4-FFF2-40B4-BE49-F238E27FC236}">
                <a16:creationId xmlns:a16="http://schemas.microsoft.com/office/drawing/2014/main" id="{897D0B7E-1A60-DA52-6965-92412B1C2F9F}"/>
              </a:ext>
            </a:extLst>
          </p:cNvPr>
          <p:cNvSpPr>
            <a:spLocks noGrp="1"/>
          </p:cNvSpPr>
          <p:nvPr>
            <p:ph type="dt" sz="half" idx="10"/>
          </p:nvPr>
        </p:nvSpPr>
        <p:spPr>
          <a:xfrm rot="16200000">
            <a:off x="-532351" y="5260879"/>
            <a:ext cx="1494474" cy="429768"/>
          </a:xfrm>
        </p:spPr>
        <p:txBody>
          <a:bodyPr/>
          <a:lstStyle>
            <a:lvl1pPr>
              <a:defRPr>
                <a:solidFill>
                  <a:schemeClr val="tx1"/>
                </a:solidFill>
                <a:effectLst/>
              </a:defRPr>
            </a:lvl1pPr>
          </a:lstStyle>
          <a:p>
            <a:fld id="{E7B02D44-18E2-46EB-BF95-C6E9788E5887}" type="datetime1">
              <a:rPr lang="en-US" smtClean="0"/>
              <a:t>7/28/2026</a:t>
            </a:fld>
            <a:endParaRPr lang="en-US" dirty="0"/>
          </a:p>
        </p:txBody>
      </p:sp>
      <p:sp>
        <p:nvSpPr>
          <p:cNvPr id="7" name="Slide Number Placeholder 6">
            <a:extLst>
              <a:ext uri="{FF2B5EF4-FFF2-40B4-BE49-F238E27FC236}">
                <a16:creationId xmlns:a16="http://schemas.microsoft.com/office/drawing/2014/main" id="{B1B822F1-284A-1786-FAF2-72129E2FE64D}"/>
              </a:ext>
            </a:extLst>
          </p:cNvPr>
          <p:cNvSpPr>
            <a:spLocks noGrp="1"/>
          </p:cNvSpPr>
          <p:nvPr>
            <p:ph type="sldNum" sz="quarter" idx="12"/>
          </p:nvPr>
        </p:nvSpPr>
        <p:spPr>
          <a:xfrm>
            <a:off x="2" y="6492513"/>
            <a:ext cx="429207" cy="365125"/>
          </a:xfrm>
        </p:spPr>
        <p:txBody>
          <a:bodyPr/>
          <a:lstStyle/>
          <a:p>
            <a:fld id="{CC057153-B650-4DEB-B370-79DDCFDCE934}" type="slidenum">
              <a:rPr lang="en-US" smtClean="0"/>
              <a:t>‹#›</a:t>
            </a:fld>
            <a:endParaRPr lang="en-US" dirty="0"/>
          </a:p>
        </p:txBody>
      </p:sp>
      <p:cxnSp>
        <p:nvCxnSpPr>
          <p:cNvPr id="10" name="Straight Connector 9">
            <a:extLst>
              <a:ext uri="{FF2B5EF4-FFF2-40B4-BE49-F238E27FC236}">
                <a16:creationId xmlns:a16="http://schemas.microsoft.com/office/drawing/2014/main" id="{FE11B3B1-9941-4785-B418-08EF9E3BB704}"/>
              </a:ext>
            </a:extLst>
          </p:cNvPr>
          <p:cNvCxnSpPr>
            <a:cxnSpLocks/>
          </p:cNvCxnSpPr>
          <p:nvPr userDrawn="1"/>
        </p:nvCxnSpPr>
        <p:spPr>
          <a:xfrm>
            <a:off x="7794617" y="164150"/>
            <a:ext cx="4397383"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11" name="Picture Placeholder 10">
            <a:extLst>
              <a:ext uri="{FF2B5EF4-FFF2-40B4-BE49-F238E27FC236}">
                <a16:creationId xmlns:a16="http://schemas.microsoft.com/office/drawing/2014/main" id="{7F8EA658-2652-6F81-1B04-D50C60A3F171}"/>
              </a:ext>
            </a:extLst>
          </p:cNvPr>
          <p:cNvSpPr>
            <a:spLocks noGrp="1"/>
          </p:cNvSpPr>
          <p:nvPr>
            <p:ph type="pic" sz="quarter" idx="13"/>
          </p:nvPr>
        </p:nvSpPr>
        <p:spPr>
          <a:xfrm>
            <a:off x="598327" y="0"/>
            <a:ext cx="7013917" cy="6858000"/>
          </a:xfrm>
          <a:blipFill dpi="0" rotWithShape="1">
            <a:blip r:embed="rId2">
              <a:alphaModFix amt="60000"/>
            </a:blip>
            <a:srcRect/>
            <a:stretch>
              <a:fillRect l="-2411" r="-2411"/>
            </a:stretch>
          </a:blipFill>
        </p:spPr>
        <p:txBody>
          <a:bodyPr/>
          <a:lstStyle>
            <a:lvl1pPr marL="0" indent="0">
              <a:buNone/>
              <a:defRPr/>
            </a:lvl1pPr>
          </a:lstStyle>
          <a:p>
            <a:r>
              <a:rPr lang="en-US" dirty="0"/>
              <a:t>Click icon to add picture</a:t>
            </a:r>
          </a:p>
        </p:txBody>
      </p:sp>
      <p:sp>
        <p:nvSpPr>
          <p:cNvPr id="8" name="Content Placeholder 7">
            <a:extLst>
              <a:ext uri="{FF2B5EF4-FFF2-40B4-BE49-F238E27FC236}">
                <a16:creationId xmlns:a16="http://schemas.microsoft.com/office/drawing/2014/main" id="{6E0D00CE-C191-6DE5-9D82-7EFB59BC3739}"/>
              </a:ext>
            </a:extLst>
          </p:cNvPr>
          <p:cNvSpPr>
            <a:spLocks noGrp="1"/>
          </p:cNvSpPr>
          <p:nvPr>
            <p:ph sz="quarter" idx="14"/>
          </p:nvPr>
        </p:nvSpPr>
        <p:spPr>
          <a:xfrm>
            <a:off x="7976991" y="2877189"/>
            <a:ext cx="3576275" cy="3345811"/>
          </a:xfrm>
        </p:spPr>
        <p:txBody>
          <a:bodyPr>
            <a:normAutofit/>
          </a:bodyPr>
          <a:lstStyle>
            <a:lvl1pPr marL="0" indent="0">
              <a:buNone/>
              <a:defRPr sz="1600"/>
            </a:lvl1pPr>
            <a:lvl2pPr marL="228600" indent="0">
              <a:buNone/>
              <a:defRPr sz="1600"/>
            </a:lvl2pPr>
            <a:lvl3pPr marL="457200" indent="0">
              <a:buNone/>
              <a:defRPr sz="1600"/>
            </a:lvl3pPr>
            <a:lvl4pPr marL="685800" indent="0">
              <a:buNone/>
              <a:defRPr sz="1600"/>
            </a:lvl4pPr>
            <a:lvl5pPr marL="914400" indent="0">
              <a:buNone/>
              <a:defRPr sz="16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cxnSp>
        <p:nvCxnSpPr>
          <p:cNvPr id="3" name="Straight Connector 2">
            <a:extLst>
              <a:ext uri="{FF2B5EF4-FFF2-40B4-BE49-F238E27FC236}">
                <a16:creationId xmlns:a16="http://schemas.microsoft.com/office/drawing/2014/main" id="{B1FE4EE6-FDB8-6541-5FC6-4FC24B421584}"/>
              </a:ext>
            </a:extLst>
          </p:cNvPr>
          <p:cNvCxnSpPr>
            <a:cxnSpLocks/>
          </p:cNvCxnSpPr>
          <p:nvPr userDrawn="1"/>
        </p:nvCxnSpPr>
        <p:spPr>
          <a:xfrm>
            <a:off x="7794617" y="0"/>
            <a:ext cx="0" cy="6858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 name="Straight Connector 3">
            <a:extLst>
              <a:ext uri="{FF2B5EF4-FFF2-40B4-BE49-F238E27FC236}">
                <a16:creationId xmlns:a16="http://schemas.microsoft.com/office/drawing/2014/main" id="{36A42A28-5C2F-9093-B5D9-C2651F290DFF}"/>
              </a:ext>
            </a:extLst>
          </p:cNvPr>
          <p:cNvCxnSpPr>
            <a:cxnSpLocks/>
          </p:cNvCxnSpPr>
          <p:nvPr userDrawn="1"/>
        </p:nvCxnSpPr>
        <p:spPr>
          <a:xfrm>
            <a:off x="429793" y="0"/>
            <a:ext cx="0" cy="6858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272243769"/>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p:cSld name="Content with Picture 12">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598328" y="5109524"/>
            <a:ext cx="4364200" cy="1113476"/>
          </a:xfrm>
        </p:spPr>
        <p:txBody>
          <a:bodyPr anchor="t">
            <a:noAutofit/>
          </a:bodyPr>
          <a:lstStyle>
            <a:lvl1pPr>
              <a:defRPr sz="4000"/>
            </a:lvl1pPr>
          </a:lstStyle>
          <a:p>
            <a:r>
              <a:rPr lang="en-US" dirty="0"/>
              <a:t>Click to edit Master title style</a:t>
            </a:r>
          </a:p>
        </p:txBody>
      </p:sp>
      <p:sp>
        <p:nvSpPr>
          <p:cNvPr id="6" name="Footer Placeholder 5">
            <a:extLst>
              <a:ext uri="{FF2B5EF4-FFF2-40B4-BE49-F238E27FC236}">
                <a16:creationId xmlns:a16="http://schemas.microsoft.com/office/drawing/2014/main" id="{C2BDD5A2-CE3E-3215-6DAA-F75C0D1229DA}"/>
              </a:ext>
            </a:extLst>
          </p:cNvPr>
          <p:cNvSpPr>
            <a:spLocks noGrp="1"/>
          </p:cNvSpPr>
          <p:nvPr>
            <p:ph type="ftr" sz="quarter" idx="11"/>
          </p:nvPr>
        </p:nvSpPr>
        <p:spPr/>
        <p:txBody>
          <a:bodyPr/>
          <a:lstStyle/>
          <a:p>
            <a:r>
              <a:rPr lang="en-US" dirty="0"/>
              <a:t>GROWTH MARKETING PLAN</a:t>
            </a:r>
          </a:p>
        </p:txBody>
      </p:sp>
      <p:sp>
        <p:nvSpPr>
          <p:cNvPr id="5" name="Date Placeholder 4">
            <a:extLst>
              <a:ext uri="{FF2B5EF4-FFF2-40B4-BE49-F238E27FC236}">
                <a16:creationId xmlns:a16="http://schemas.microsoft.com/office/drawing/2014/main" id="{897D0B7E-1A60-DA52-6965-92412B1C2F9F}"/>
              </a:ext>
            </a:extLst>
          </p:cNvPr>
          <p:cNvSpPr>
            <a:spLocks noGrp="1"/>
          </p:cNvSpPr>
          <p:nvPr>
            <p:ph type="dt" sz="half" idx="10"/>
          </p:nvPr>
        </p:nvSpPr>
        <p:spPr/>
        <p:txBody>
          <a:bodyPr/>
          <a:lstStyle/>
          <a:p>
            <a:fld id="{8623E0CC-5553-421C-8D81-3F82FF869EDA}" type="datetime1">
              <a:rPr lang="en-US" smtClean="0"/>
              <a:t>7/28/2026</a:t>
            </a:fld>
            <a:endParaRPr lang="en-US" dirty="0"/>
          </a:p>
        </p:txBody>
      </p:sp>
      <p:sp>
        <p:nvSpPr>
          <p:cNvPr id="7" name="Slide Number Placeholder 6">
            <a:extLst>
              <a:ext uri="{FF2B5EF4-FFF2-40B4-BE49-F238E27FC236}">
                <a16:creationId xmlns:a16="http://schemas.microsoft.com/office/drawing/2014/main" id="{B1B822F1-284A-1786-FAF2-72129E2FE64D}"/>
              </a:ext>
            </a:extLst>
          </p:cNvPr>
          <p:cNvSpPr>
            <a:spLocks noGrp="1"/>
          </p:cNvSpPr>
          <p:nvPr>
            <p:ph type="sldNum" sz="quarter" idx="12"/>
          </p:nvPr>
        </p:nvSpPr>
        <p:spPr/>
        <p:txBody>
          <a:bodyPr/>
          <a:lstStyle/>
          <a:p>
            <a:fld id="{CC057153-B650-4DEB-B370-79DDCFDCE934}" type="slidenum">
              <a:rPr lang="en-US" smtClean="0"/>
              <a:t>‹#›</a:t>
            </a:fld>
            <a:endParaRPr lang="en-US" dirty="0"/>
          </a:p>
        </p:txBody>
      </p:sp>
      <p:sp>
        <p:nvSpPr>
          <p:cNvPr id="11" name="Picture Placeholder 10">
            <a:extLst>
              <a:ext uri="{FF2B5EF4-FFF2-40B4-BE49-F238E27FC236}">
                <a16:creationId xmlns:a16="http://schemas.microsoft.com/office/drawing/2014/main" id="{7F8EA658-2652-6F81-1B04-D50C60A3F171}"/>
              </a:ext>
            </a:extLst>
          </p:cNvPr>
          <p:cNvSpPr>
            <a:spLocks noGrp="1"/>
          </p:cNvSpPr>
          <p:nvPr>
            <p:ph type="pic" sz="quarter" idx="13"/>
          </p:nvPr>
        </p:nvSpPr>
        <p:spPr>
          <a:xfrm>
            <a:off x="598327" y="0"/>
            <a:ext cx="11593671" cy="4728524"/>
          </a:xfrm>
          <a:blipFill dpi="0" rotWithShape="1">
            <a:blip r:embed="rId2">
              <a:alphaModFix amt="60000"/>
            </a:blip>
            <a:srcRect/>
            <a:stretch>
              <a:fillRect l="-1459" r="-1"/>
            </a:stretch>
          </a:blipFill>
        </p:spPr>
        <p:txBody>
          <a:bodyPr/>
          <a:lstStyle>
            <a:lvl1pPr marL="0" indent="0">
              <a:buNone/>
              <a:defRPr/>
            </a:lvl1pPr>
          </a:lstStyle>
          <a:p>
            <a:r>
              <a:rPr lang="en-US" dirty="0"/>
              <a:t>Click icon to add picture</a:t>
            </a:r>
          </a:p>
        </p:txBody>
      </p:sp>
      <p:sp>
        <p:nvSpPr>
          <p:cNvPr id="8" name="Content Placeholder 7">
            <a:extLst>
              <a:ext uri="{FF2B5EF4-FFF2-40B4-BE49-F238E27FC236}">
                <a16:creationId xmlns:a16="http://schemas.microsoft.com/office/drawing/2014/main" id="{C3D15418-1E32-0501-0E66-54FC2DD08E39}"/>
              </a:ext>
            </a:extLst>
          </p:cNvPr>
          <p:cNvSpPr>
            <a:spLocks noGrp="1"/>
          </p:cNvSpPr>
          <p:nvPr>
            <p:ph sz="quarter" idx="14"/>
          </p:nvPr>
        </p:nvSpPr>
        <p:spPr>
          <a:xfrm>
            <a:off x="5349240" y="5109523"/>
            <a:ext cx="6208724" cy="1113477"/>
          </a:xfrm>
        </p:spPr>
        <p:txBody>
          <a:bodyPr>
            <a:noAutofit/>
          </a:bodyPr>
          <a:lstStyle>
            <a:lvl1pPr marL="0" indent="0">
              <a:buFont typeface="Arial" panose="020B0604020202020204" pitchFamily="34" charset="0"/>
              <a:buNone/>
              <a:defRPr sz="1600"/>
            </a:lvl1pPr>
            <a:lvl2pPr marL="228600" indent="0">
              <a:buFont typeface="Arial" panose="020B0604020202020204" pitchFamily="34" charset="0"/>
              <a:buNone/>
              <a:defRPr sz="1600"/>
            </a:lvl2pPr>
            <a:lvl3pPr marL="457200" indent="0">
              <a:buFont typeface="Arial" panose="020B0604020202020204" pitchFamily="34" charset="0"/>
              <a:buNone/>
              <a:defRPr sz="1600"/>
            </a:lvl3pPr>
            <a:lvl4pPr marL="685800" indent="0">
              <a:buFont typeface="Arial" panose="020B0604020202020204" pitchFamily="34" charset="0"/>
              <a:buNone/>
              <a:defRPr sz="1600"/>
            </a:lvl4pPr>
            <a:lvl5pPr marL="914400" indent="0">
              <a:buFont typeface="Arial" panose="020B0604020202020204" pitchFamily="34" charset="0"/>
              <a:buNone/>
              <a:defRPr sz="16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cxnSp>
        <p:nvCxnSpPr>
          <p:cNvPr id="4" name="Straight Connector 3">
            <a:extLst>
              <a:ext uri="{FF2B5EF4-FFF2-40B4-BE49-F238E27FC236}">
                <a16:creationId xmlns:a16="http://schemas.microsoft.com/office/drawing/2014/main" id="{AE7E7B67-A585-C4C0-BD50-861ED489B135}"/>
              </a:ext>
            </a:extLst>
          </p:cNvPr>
          <p:cNvCxnSpPr>
            <a:cxnSpLocks/>
          </p:cNvCxnSpPr>
          <p:nvPr userDrawn="1"/>
        </p:nvCxnSpPr>
        <p:spPr>
          <a:xfrm>
            <a:off x="429793" y="0"/>
            <a:ext cx="0" cy="6858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611576722"/>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p:cSld name="Content with Picture 13">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598328" y="4362766"/>
            <a:ext cx="3421224" cy="1860234"/>
          </a:xfrm>
        </p:spPr>
        <p:txBody>
          <a:bodyPr anchor="t">
            <a:normAutofit/>
          </a:bodyPr>
          <a:lstStyle>
            <a:lvl1pPr>
              <a:defRPr sz="4000"/>
            </a:lvl1pPr>
          </a:lstStyle>
          <a:p>
            <a:r>
              <a:rPr lang="en-US" dirty="0"/>
              <a:t>Click to edit Master title style</a:t>
            </a:r>
          </a:p>
        </p:txBody>
      </p:sp>
      <p:sp>
        <p:nvSpPr>
          <p:cNvPr id="6" name="Footer Placeholder 5">
            <a:extLst>
              <a:ext uri="{FF2B5EF4-FFF2-40B4-BE49-F238E27FC236}">
                <a16:creationId xmlns:a16="http://schemas.microsoft.com/office/drawing/2014/main" id="{C2BDD5A2-CE3E-3215-6DAA-F75C0D1229DA}"/>
              </a:ext>
            </a:extLst>
          </p:cNvPr>
          <p:cNvSpPr>
            <a:spLocks noGrp="1"/>
          </p:cNvSpPr>
          <p:nvPr>
            <p:ph type="ftr" sz="quarter" idx="11"/>
          </p:nvPr>
        </p:nvSpPr>
        <p:spPr/>
        <p:txBody>
          <a:bodyPr/>
          <a:lstStyle/>
          <a:p>
            <a:r>
              <a:rPr lang="en-US" dirty="0"/>
              <a:t>GROWTH MARKETING PLAN</a:t>
            </a:r>
          </a:p>
        </p:txBody>
      </p:sp>
      <p:sp>
        <p:nvSpPr>
          <p:cNvPr id="5" name="Date Placeholder 4">
            <a:extLst>
              <a:ext uri="{FF2B5EF4-FFF2-40B4-BE49-F238E27FC236}">
                <a16:creationId xmlns:a16="http://schemas.microsoft.com/office/drawing/2014/main" id="{897D0B7E-1A60-DA52-6965-92412B1C2F9F}"/>
              </a:ext>
            </a:extLst>
          </p:cNvPr>
          <p:cNvSpPr>
            <a:spLocks noGrp="1"/>
          </p:cNvSpPr>
          <p:nvPr>
            <p:ph type="dt" sz="half" idx="10"/>
          </p:nvPr>
        </p:nvSpPr>
        <p:spPr/>
        <p:txBody>
          <a:bodyPr/>
          <a:lstStyle/>
          <a:p>
            <a:fld id="{64BE7576-EC94-4DB5-9187-19A5D0382B7E}" type="datetime1">
              <a:rPr lang="en-US" smtClean="0"/>
              <a:t>7/28/2026</a:t>
            </a:fld>
            <a:endParaRPr lang="en-US" dirty="0"/>
          </a:p>
        </p:txBody>
      </p:sp>
      <p:sp>
        <p:nvSpPr>
          <p:cNvPr id="7" name="Slide Number Placeholder 6">
            <a:extLst>
              <a:ext uri="{FF2B5EF4-FFF2-40B4-BE49-F238E27FC236}">
                <a16:creationId xmlns:a16="http://schemas.microsoft.com/office/drawing/2014/main" id="{B1B822F1-284A-1786-FAF2-72129E2FE64D}"/>
              </a:ext>
            </a:extLst>
          </p:cNvPr>
          <p:cNvSpPr>
            <a:spLocks noGrp="1"/>
          </p:cNvSpPr>
          <p:nvPr>
            <p:ph type="sldNum" sz="quarter" idx="12"/>
          </p:nvPr>
        </p:nvSpPr>
        <p:spPr/>
        <p:txBody>
          <a:bodyPr/>
          <a:lstStyle/>
          <a:p>
            <a:fld id="{CC057153-B650-4DEB-B370-79DDCFDCE934}" type="slidenum">
              <a:rPr lang="en-US" smtClean="0"/>
              <a:t>‹#›</a:t>
            </a:fld>
            <a:endParaRPr lang="en-US" dirty="0"/>
          </a:p>
        </p:txBody>
      </p:sp>
      <p:sp>
        <p:nvSpPr>
          <p:cNvPr id="11" name="Picture Placeholder 10">
            <a:extLst>
              <a:ext uri="{FF2B5EF4-FFF2-40B4-BE49-F238E27FC236}">
                <a16:creationId xmlns:a16="http://schemas.microsoft.com/office/drawing/2014/main" id="{7F8EA658-2652-6F81-1B04-D50C60A3F171}"/>
              </a:ext>
            </a:extLst>
          </p:cNvPr>
          <p:cNvSpPr>
            <a:spLocks noGrp="1"/>
          </p:cNvSpPr>
          <p:nvPr>
            <p:ph type="pic" sz="quarter" idx="13"/>
          </p:nvPr>
        </p:nvSpPr>
        <p:spPr>
          <a:xfrm>
            <a:off x="598327" y="0"/>
            <a:ext cx="11593671" cy="3981766"/>
          </a:xfrm>
          <a:blipFill dpi="0" rotWithShape="1">
            <a:blip r:embed="rId2">
              <a:alphaModFix amt="60000"/>
            </a:blip>
            <a:srcRect/>
            <a:stretch>
              <a:fillRect l="-1459" r="-1"/>
            </a:stretch>
          </a:blipFill>
        </p:spPr>
        <p:txBody>
          <a:bodyPr/>
          <a:lstStyle>
            <a:lvl1pPr marL="0" indent="0">
              <a:buNone/>
              <a:defRPr/>
            </a:lvl1pPr>
          </a:lstStyle>
          <a:p>
            <a:r>
              <a:rPr lang="en-US" dirty="0"/>
              <a:t>Click icon to add picture</a:t>
            </a:r>
          </a:p>
        </p:txBody>
      </p:sp>
      <p:sp>
        <p:nvSpPr>
          <p:cNvPr id="8" name="Content Placeholder 7">
            <a:extLst>
              <a:ext uri="{FF2B5EF4-FFF2-40B4-BE49-F238E27FC236}">
                <a16:creationId xmlns:a16="http://schemas.microsoft.com/office/drawing/2014/main" id="{C3D15418-1E32-0501-0E66-54FC2DD08E39}"/>
              </a:ext>
            </a:extLst>
          </p:cNvPr>
          <p:cNvSpPr>
            <a:spLocks noGrp="1"/>
          </p:cNvSpPr>
          <p:nvPr>
            <p:ph sz="quarter" idx="14"/>
          </p:nvPr>
        </p:nvSpPr>
        <p:spPr>
          <a:xfrm>
            <a:off x="4405936" y="4353867"/>
            <a:ext cx="7152028" cy="1869134"/>
          </a:xfrm>
        </p:spPr>
        <p:txBody>
          <a:bodyPr>
            <a:noAutofit/>
          </a:bodyPr>
          <a:lstStyle>
            <a:lvl1pPr marL="285750" indent="-285750">
              <a:buFont typeface="Arial" panose="020B0604020202020204" pitchFamily="34" charset="0"/>
              <a:buChar char="•"/>
              <a:defRPr sz="1600"/>
            </a:lvl1pPr>
            <a:lvl2pPr marL="514350" indent="-285750">
              <a:buFont typeface="Arial" panose="020B0604020202020204" pitchFamily="34" charset="0"/>
              <a:buChar char="•"/>
              <a:defRPr sz="1600"/>
            </a:lvl2pPr>
            <a:lvl3pPr marL="742950" indent="-285750">
              <a:buFont typeface="Arial" panose="020B0604020202020204" pitchFamily="34" charset="0"/>
              <a:buChar char="•"/>
              <a:defRPr sz="1600"/>
            </a:lvl3pPr>
            <a:lvl4pPr marL="857250" indent="-171450">
              <a:buFont typeface="Arial" panose="020B0604020202020204" pitchFamily="34" charset="0"/>
              <a:buChar char="•"/>
              <a:defRPr sz="1600"/>
            </a:lvl4pPr>
            <a:lvl5pPr marL="1085850" indent="-171450">
              <a:buFont typeface="Arial" panose="020B0604020202020204" pitchFamily="34" charset="0"/>
              <a:buChar char="•"/>
              <a:defRPr sz="16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cxnSp>
        <p:nvCxnSpPr>
          <p:cNvPr id="4" name="Straight Connector 3">
            <a:extLst>
              <a:ext uri="{FF2B5EF4-FFF2-40B4-BE49-F238E27FC236}">
                <a16:creationId xmlns:a16="http://schemas.microsoft.com/office/drawing/2014/main" id="{B4F2A9F8-8F3B-3616-48B8-F8DA72A71344}"/>
              </a:ext>
            </a:extLst>
          </p:cNvPr>
          <p:cNvCxnSpPr>
            <a:cxnSpLocks/>
          </p:cNvCxnSpPr>
          <p:nvPr userDrawn="1"/>
        </p:nvCxnSpPr>
        <p:spPr>
          <a:xfrm>
            <a:off x="429793" y="0"/>
            <a:ext cx="0" cy="6858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447970185"/>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p:cSld name="Content with Picture 14">
    <p:spTree>
      <p:nvGrpSpPr>
        <p:cNvPr id="1" name=""/>
        <p:cNvGrpSpPr/>
        <p:nvPr/>
      </p:nvGrpSpPr>
      <p:grpSpPr>
        <a:xfrm>
          <a:off x="0" y="0"/>
          <a:ext cx="0" cy="0"/>
          <a:chOff x="0" y="0"/>
          <a:chExt cx="0" cy="0"/>
        </a:xfrm>
      </p:grpSpPr>
      <p:cxnSp>
        <p:nvCxnSpPr>
          <p:cNvPr id="3" name="Straight Connector 2">
            <a:extLst>
              <a:ext uri="{FF2B5EF4-FFF2-40B4-BE49-F238E27FC236}">
                <a16:creationId xmlns:a16="http://schemas.microsoft.com/office/drawing/2014/main" id="{4056BFCD-3259-DDE7-5625-EE56190B8F62}"/>
              </a:ext>
            </a:extLst>
          </p:cNvPr>
          <p:cNvCxnSpPr>
            <a:cxnSpLocks/>
          </p:cNvCxnSpPr>
          <p:nvPr userDrawn="1"/>
        </p:nvCxnSpPr>
        <p:spPr>
          <a:xfrm>
            <a:off x="429209" y="164150"/>
            <a:ext cx="11762791"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628764" y="1001714"/>
            <a:ext cx="3390788" cy="1875473"/>
          </a:xfrm>
        </p:spPr>
        <p:txBody>
          <a:bodyPr anchor="t">
            <a:normAutofit/>
          </a:bodyPr>
          <a:lstStyle>
            <a:lvl1pPr>
              <a:defRPr sz="4000"/>
            </a:lvl1pPr>
          </a:lstStyle>
          <a:p>
            <a:r>
              <a:rPr lang="en-US" dirty="0"/>
              <a:t>Click to edit Master title style</a:t>
            </a:r>
          </a:p>
        </p:txBody>
      </p:sp>
      <p:sp>
        <p:nvSpPr>
          <p:cNvPr id="6" name="Footer Placeholder 5">
            <a:extLst>
              <a:ext uri="{FF2B5EF4-FFF2-40B4-BE49-F238E27FC236}">
                <a16:creationId xmlns:a16="http://schemas.microsoft.com/office/drawing/2014/main" id="{C2BDD5A2-CE3E-3215-6DAA-F75C0D1229DA}"/>
              </a:ext>
            </a:extLst>
          </p:cNvPr>
          <p:cNvSpPr>
            <a:spLocks noGrp="1"/>
          </p:cNvSpPr>
          <p:nvPr>
            <p:ph type="ftr" sz="quarter" idx="11"/>
          </p:nvPr>
        </p:nvSpPr>
        <p:spPr>
          <a:xfrm rot="16200000">
            <a:off x="-2073146" y="2231455"/>
            <a:ext cx="4564377" cy="429768"/>
          </a:xfrm>
        </p:spPr>
        <p:txBody>
          <a:bodyPr/>
          <a:lstStyle/>
          <a:p>
            <a:r>
              <a:rPr lang="en-US" dirty="0"/>
              <a:t>GROWTH MARKETING PLAN</a:t>
            </a:r>
          </a:p>
        </p:txBody>
      </p:sp>
      <p:sp>
        <p:nvSpPr>
          <p:cNvPr id="5" name="Date Placeholder 4">
            <a:extLst>
              <a:ext uri="{FF2B5EF4-FFF2-40B4-BE49-F238E27FC236}">
                <a16:creationId xmlns:a16="http://schemas.microsoft.com/office/drawing/2014/main" id="{897D0B7E-1A60-DA52-6965-92412B1C2F9F}"/>
              </a:ext>
            </a:extLst>
          </p:cNvPr>
          <p:cNvSpPr>
            <a:spLocks noGrp="1"/>
          </p:cNvSpPr>
          <p:nvPr>
            <p:ph type="dt" sz="half" idx="10"/>
          </p:nvPr>
        </p:nvSpPr>
        <p:spPr>
          <a:xfrm rot="16200000">
            <a:off x="-538191" y="5260876"/>
            <a:ext cx="1494468" cy="429768"/>
          </a:xfrm>
        </p:spPr>
        <p:txBody>
          <a:bodyPr/>
          <a:lstStyle/>
          <a:p>
            <a:fld id="{1E853955-1D07-4B51-BC71-D8BE10C22200}" type="datetime1">
              <a:rPr lang="en-US" smtClean="0"/>
              <a:t>7/28/2026</a:t>
            </a:fld>
            <a:endParaRPr lang="en-US" dirty="0"/>
          </a:p>
        </p:txBody>
      </p:sp>
      <p:sp>
        <p:nvSpPr>
          <p:cNvPr id="7" name="Slide Number Placeholder 6">
            <a:extLst>
              <a:ext uri="{FF2B5EF4-FFF2-40B4-BE49-F238E27FC236}">
                <a16:creationId xmlns:a16="http://schemas.microsoft.com/office/drawing/2014/main" id="{B1B822F1-284A-1786-FAF2-72129E2FE64D}"/>
              </a:ext>
            </a:extLst>
          </p:cNvPr>
          <p:cNvSpPr>
            <a:spLocks noGrp="1"/>
          </p:cNvSpPr>
          <p:nvPr>
            <p:ph type="sldNum" sz="quarter" idx="12"/>
          </p:nvPr>
        </p:nvSpPr>
        <p:spPr>
          <a:xfrm>
            <a:off x="-5842" y="6492874"/>
            <a:ext cx="429207" cy="365125"/>
          </a:xfrm>
        </p:spPr>
        <p:txBody>
          <a:bodyPr/>
          <a:lstStyle/>
          <a:p>
            <a:fld id="{CC057153-B650-4DEB-B370-79DDCFDCE934}" type="slidenum">
              <a:rPr lang="en-US" smtClean="0"/>
              <a:t>‹#›</a:t>
            </a:fld>
            <a:endParaRPr lang="en-US" dirty="0"/>
          </a:p>
        </p:txBody>
      </p:sp>
      <p:sp>
        <p:nvSpPr>
          <p:cNvPr id="8" name="Content Placeholder 7">
            <a:extLst>
              <a:ext uri="{FF2B5EF4-FFF2-40B4-BE49-F238E27FC236}">
                <a16:creationId xmlns:a16="http://schemas.microsoft.com/office/drawing/2014/main" id="{C3D15418-1E32-0501-0E66-54FC2DD08E39}"/>
              </a:ext>
            </a:extLst>
          </p:cNvPr>
          <p:cNvSpPr>
            <a:spLocks noGrp="1"/>
          </p:cNvSpPr>
          <p:nvPr>
            <p:ph sz="quarter" idx="14"/>
          </p:nvPr>
        </p:nvSpPr>
        <p:spPr>
          <a:xfrm>
            <a:off x="4405936" y="1001714"/>
            <a:ext cx="7152028" cy="1875475"/>
          </a:xfrm>
        </p:spPr>
        <p:txBody>
          <a:bodyPr>
            <a:noAutofit/>
          </a:bodyPr>
          <a:lstStyle>
            <a:lvl1pPr marL="285750" indent="-285750">
              <a:buFont typeface="Arial" panose="020B0604020202020204" pitchFamily="34" charset="0"/>
              <a:buChar char="•"/>
              <a:defRPr sz="1600"/>
            </a:lvl1pPr>
            <a:lvl2pPr marL="514350" indent="-285750">
              <a:buFont typeface="Arial" panose="020B0604020202020204" pitchFamily="34" charset="0"/>
              <a:buChar char="•"/>
              <a:defRPr sz="1600"/>
            </a:lvl2pPr>
            <a:lvl3pPr marL="742950" indent="-285750">
              <a:buFont typeface="Arial" panose="020B0604020202020204" pitchFamily="34" charset="0"/>
              <a:buChar char="•"/>
              <a:defRPr sz="1600"/>
            </a:lvl3pPr>
            <a:lvl4pPr marL="857250" indent="-171450">
              <a:buFont typeface="Arial" panose="020B0604020202020204" pitchFamily="34" charset="0"/>
              <a:buChar char="•"/>
              <a:defRPr sz="1600"/>
            </a:lvl4pPr>
            <a:lvl5pPr marL="1085850" indent="-171450">
              <a:buFont typeface="Arial" panose="020B0604020202020204" pitchFamily="34" charset="0"/>
              <a:buChar char="•"/>
              <a:defRPr sz="16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1" name="Picture Placeholder 10">
            <a:extLst>
              <a:ext uri="{FF2B5EF4-FFF2-40B4-BE49-F238E27FC236}">
                <a16:creationId xmlns:a16="http://schemas.microsoft.com/office/drawing/2014/main" id="{7F8EA658-2652-6F81-1B04-D50C60A3F171}"/>
              </a:ext>
            </a:extLst>
          </p:cNvPr>
          <p:cNvSpPr>
            <a:spLocks noGrp="1"/>
          </p:cNvSpPr>
          <p:nvPr>
            <p:ph type="pic" sz="quarter" idx="13"/>
          </p:nvPr>
        </p:nvSpPr>
        <p:spPr>
          <a:xfrm>
            <a:off x="598328" y="3258188"/>
            <a:ext cx="11593670" cy="3599811"/>
          </a:xfrm>
          <a:blipFill dpi="0" rotWithShape="1">
            <a:blip r:embed="rId2">
              <a:alphaModFix amt="60000"/>
            </a:blip>
            <a:srcRect/>
            <a:stretch>
              <a:fillRect l="-1217"/>
            </a:stretch>
          </a:blipFill>
        </p:spPr>
        <p:txBody>
          <a:bodyPr/>
          <a:lstStyle>
            <a:lvl1pPr marL="0" indent="0">
              <a:buNone/>
              <a:defRPr/>
            </a:lvl1pPr>
          </a:lstStyle>
          <a:p>
            <a:r>
              <a:rPr lang="en-US" dirty="0"/>
              <a:t>Click icon to add picture</a:t>
            </a:r>
          </a:p>
        </p:txBody>
      </p:sp>
      <p:cxnSp>
        <p:nvCxnSpPr>
          <p:cNvPr id="9" name="Straight Connector 8">
            <a:extLst>
              <a:ext uri="{FF2B5EF4-FFF2-40B4-BE49-F238E27FC236}">
                <a16:creationId xmlns:a16="http://schemas.microsoft.com/office/drawing/2014/main" id="{2C378E9B-0BD2-F103-F591-68E71F4480ED}"/>
              </a:ext>
            </a:extLst>
          </p:cNvPr>
          <p:cNvCxnSpPr>
            <a:cxnSpLocks/>
          </p:cNvCxnSpPr>
          <p:nvPr userDrawn="1"/>
        </p:nvCxnSpPr>
        <p:spPr>
          <a:xfrm>
            <a:off x="429793" y="0"/>
            <a:ext cx="0" cy="6858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822874013"/>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p:cSld name="Content with Picture 15">
    <p:spTree>
      <p:nvGrpSpPr>
        <p:cNvPr id="1" name=""/>
        <p:cNvGrpSpPr/>
        <p:nvPr/>
      </p:nvGrpSpPr>
      <p:grpSpPr>
        <a:xfrm>
          <a:off x="0" y="0"/>
          <a:ext cx="0" cy="0"/>
          <a:chOff x="0" y="0"/>
          <a:chExt cx="0" cy="0"/>
        </a:xfrm>
      </p:grpSpPr>
      <p:cxnSp>
        <p:nvCxnSpPr>
          <p:cNvPr id="4" name="Straight Connector 3">
            <a:extLst>
              <a:ext uri="{FF2B5EF4-FFF2-40B4-BE49-F238E27FC236}">
                <a16:creationId xmlns:a16="http://schemas.microsoft.com/office/drawing/2014/main" id="{E4F82DAF-8C88-BCF8-3DCD-BA0110CC6BB2}"/>
              </a:ext>
            </a:extLst>
          </p:cNvPr>
          <p:cNvCxnSpPr/>
          <p:nvPr userDrawn="1"/>
        </p:nvCxnSpPr>
        <p:spPr>
          <a:xfrm>
            <a:off x="429209" y="164150"/>
            <a:ext cx="11762791"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634030" y="1001715"/>
            <a:ext cx="10923933" cy="746752"/>
          </a:xfrm>
        </p:spPr>
        <p:txBody>
          <a:bodyPr anchor="ctr">
            <a:normAutofit/>
          </a:bodyPr>
          <a:lstStyle>
            <a:lvl1pPr>
              <a:defRPr sz="4000"/>
            </a:lvl1pPr>
          </a:lstStyle>
          <a:p>
            <a:r>
              <a:rPr lang="en-US" dirty="0"/>
              <a:t>Click to edit Master title style</a:t>
            </a:r>
          </a:p>
        </p:txBody>
      </p:sp>
      <p:sp>
        <p:nvSpPr>
          <p:cNvPr id="6" name="Footer Placeholder 5">
            <a:extLst>
              <a:ext uri="{FF2B5EF4-FFF2-40B4-BE49-F238E27FC236}">
                <a16:creationId xmlns:a16="http://schemas.microsoft.com/office/drawing/2014/main" id="{C2BDD5A2-CE3E-3215-6DAA-F75C0D1229DA}"/>
              </a:ext>
            </a:extLst>
          </p:cNvPr>
          <p:cNvSpPr>
            <a:spLocks noGrp="1"/>
          </p:cNvSpPr>
          <p:nvPr>
            <p:ph type="ftr" sz="quarter" idx="11"/>
          </p:nvPr>
        </p:nvSpPr>
        <p:spPr/>
        <p:txBody>
          <a:bodyPr/>
          <a:lstStyle/>
          <a:p>
            <a:r>
              <a:rPr lang="en-US" dirty="0"/>
              <a:t>GROWTH MARKETING PLAN</a:t>
            </a:r>
          </a:p>
        </p:txBody>
      </p:sp>
      <p:sp>
        <p:nvSpPr>
          <p:cNvPr id="5" name="Date Placeholder 4">
            <a:extLst>
              <a:ext uri="{FF2B5EF4-FFF2-40B4-BE49-F238E27FC236}">
                <a16:creationId xmlns:a16="http://schemas.microsoft.com/office/drawing/2014/main" id="{897D0B7E-1A60-DA52-6965-92412B1C2F9F}"/>
              </a:ext>
            </a:extLst>
          </p:cNvPr>
          <p:cNvSpPr>
            <a:spLocks noGrp="1"/>
          </p:cNvSpPr>
          <p:nvPr>
            <p:ph type="dt" sz="half" idx="10"/>
          </p:nvPr>
        </p:nvSpPr>
        <p:spPr/>
        <p:txBody>
          <a:bodyPr/>
          <a:lstStyle/>
          <a:p>
            <a:fld id="{A7209E46-11CA-4696-94A6-42FA6258F836}" type="datetime1">
              <a:rPr lang="en-US" smtClean="0"/>
              <a:t>7/28/2026</a:t>
            </a:fld>
            <a:endParaRPr lang="en-US" dirty="0"/>
          </a:p>
        </p:txBody>
      </p:sp>
      <p:sp>
        <p:nvSpPr>
          <p:cNvPr id="7" name="Slide Number Placeholder 6">
            <a:extLst>
              <a:ext uri="{FF2B5EF4-FFF2-40B4-BE49-F238E27FC236}">
                <a16:creationId xmlns:a16="http://schemas.microsoft.com/office/drawing/2014/main" id="{B1B822F1-284A-1786-FAF2-72129E2FE64D}"/>
              </a:ext>
            </a:extLst>
          </p:cNvPr>
          <p:cNvSpPr>
            <a:spLocks noGrp="1"/>
          </p:cNvSpPr>
          <p:nvPr>
            <p:ph type="sldNum" sz="quarter" idx="12"/>
          </p:nvPr>
        </p:nvSpPr>
        <p:spPr/>
        <p:txBody>
          <a:bodyPr/>
          <a:lstStyle/>
          <a:p>
            <a:fld id="{CC057153-B650-4DEB-B370-79DDCFDCE934}" type="slidenum">
              <a:rPr lang="en-US" smtClean="0"/>
              <a:t>‹#›</a:t>
            </a:fld>
            <a:endParaRPr lang="en-US" dirty="0"/>
          </a:p>
        </p:txBody>
      </p:sp>
      <p:sp>
        <p:nvSpPr>
          <p:cNvPr id="11" name="Picture Placeholder 10">
            <a:extLst>
              <a:ext uri="{FF2B5EF4-FFF2-40B4-BE49-F238E27FC236}">
                <a16:creationId xmlns:a16="http://schemas.microsoft.com/office/drawing/2014/main" id="{7F8EA658-2652-6F81-1B04-D50C60A3F171}"/>
              </a:ext>
            </a:extLst>
          </p:cNvPr>
          <p:cNvSpPr>
            <a:spLocks noGrp="1"/>
          </p:cNvSpPr>
          <p:nvPr>
            <p:ph type="pic" sz="quarter" idx="13"/>
          </p:nvPr>
        </p:nvSpPr>
        <p:spPr>
          <a:xfrm>
            <a:off x="634030" y="2129475"/>
            <a:ext cx="5652468" cy="4093526"/>
          </a:xfrm>
          <a:blipFill dpi="0" rotWithShape="1">
            <a:blip r:embed="rId2">
              <a:alphaModFix amt="60000"/>
            </a:blip>
            <a:srcRect/>
            <a:stretch>
              <a:fillRect/>
            </a:stretch>
          </a:blipFill>
        </p:spPr>
        <p:txBody>
          <a:bodyPr/>
          <a:lstStyle>
            <a:lvl1pPr marL="0" indent="0">
              <a:buNone/>
              <a:defRPr/>
            </a:lvl1pPr>
          </a:lstStyle>
          <a:p>
            <a:r>
              <a:rPr lang="en-US" dirty="0"/>
              <a:t>Click icon to add picture</a:t>
            </a:r>
          </a:p>
        </p:txBody>
      </p:sp>
      <p:sp>
        <p:nvSpPr>
          <p:cNvPr id="8" name="Content Placeholder 7">
            <a:extLst>
              <a:ext uri="{FF2B5EF4-FFF2-40B4-BE49-F238E27FC236}">
                <a16:creationId xmlns:a16="http://schemas.microsoft.com/office/drawing/2014/main" id="{C1897688-419F-6EB2-5CC1-DC14924E5FC3}"/>
              </a:ext>
            </a:extLst>
          </p:cNvPr>
          <p:cNvSpPr>
            <a:spLocks noGrp="1"/>
          </p:cNvSpPr>
          <p:nvPr>
            <p:ph sz="quarter" idx="14"/>
          </p:nvPr>
        </p:nvSpPr>
        <p:spPr>
          <a:xfrm>
            <a:off x="6843095" y="2129475"/>
            <a:ext cx="4714869" cy="4093526"/>
          </a:xfrm>
        </p:spPr>
        <p:txBody>
          <a:bodyPr>
            <a:normAutofit/>
          </a:bodyPr>
          <a:lstStyle>
            <a:lvl1pPr>
              <a:defRPr sz="1600"/>
            </a:lvl1pPr>
            <a:lvl2pPr>
              <a:defRPr sz="1600"/>
            </a:lvl2pPr>
            <a:lvl3pPr>
              <a:defRPr sz="1600"/>
            </a:lvl3pPr>
            <a:lvl4pPr>
              <a:defRPr sz="1600"/>
            </a:lvl4pPr>
            <a:lvl5pPr>
              <a:defRPr sz="16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cxnSp>
        <p:nvCxnSpPr>
          <p:cNvPr id="3" name="Straight Connector 2">
            <a:extLst>
              <a:ext uri="{FF2B5EF4-FFF2-40B4-BE49-F238E27FC236}">
                <a16:creationId xmlns:a16="http://schemas.microsoft.com/office/drawing/2014/main" id="{271A0C8E-B9F0-C8A0-7A87-A97B78C1C482}"/>
              </a:ext>
            </a:extLst>
          </p:cNvPr>
          <p:cNvCxnSpPr>
            <a:cxnSpLocks/>
          </p:cNvCxnSpPr>
          <p:nvPr userDrawn="1"/>
        </p:nvCxnSpPr>
        <p:spPr>
          <a:xfrm>
            <a:off x="429793" y="0"/>
            <a:ext cx="0" cy="6858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599807933"/>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p:cSld name="Content with Picture 16">
    <p:spTree>
      <p:nvGrpSpPr>
        <p:cNvPr id="1" name=""/>
        <p:cNvGrpSpPr/>
        <p:nvPr/>
      </p:nvGrpSpPr>
      <p:grpSpPr>
        <a:xfrm>
          <a:off x="0" y="0"/>
          <a:ext cx="0" cy="0"/>
          <a:chOff x="0" y="0"/>
          <a:chExt cx="0" cy="0"/>
        </a:xfrm>
      </p:grpSpPr>
      <p:cxnSp>
        <p:nvCxnSpPr>
          <p:cNvPr id="3" name="Straight Connector 2">
            <a:extLst>
              <a:ext uri="{FF2B5EF4-FFF2-40B4-BE49-F238E27FC236}">
                <a16:creationId xmlns:a16="http://schemas.microsoft.com/office/drawing/2014/main" id="{C29A9DDD-8FD5-2897-8DC9-1CEC88541C50}"/>
              </a:ext>
            </a:extLst>
          </p:cNvPr>
          <p:cNvCxnSpPr/>
          <p:nvPr userDrawn="1"/>
        </p:nvCxnSpPr>
        <p:spPr>
          <a:xfrm>
            <a:off x="429209" y="164150"/>
            <a:ext cx="11762791"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634030" y="1001715"/>
            <a:ext cx="4714876" cy="1122374"/>
          </a:xfrm>
        </p:spPr>
        <p:txBody>
          <a:bodyPr>
            <a:noAutofit/>
          </a:bodyPr>
          <a:lstStyle>
            <a:lvl1pPr>
              <a:defRPr sz="4000"/>
            </a:lvl1pPr>
          </a:lstStyle>
          <a:p>
            <a:r>
              <a:rPr lang="en-US" dirty="0"/>
              <a:t>Click to edit Master title style</a:t>
            </a:r>
          </a:p>
        </p:txBody>
      </p:sp>
      <p:sp>
        <p:nvSpPr>
          <p:cNvPr id="6" name="Footer Placeholder 5">
            <a:extLst>
              <a:ext uri="{FF2B5EF4-FFF2-40B4-BE49-F238E27FC236}">
                <a16:creationId xmlns:a16="http://schemas.microsoft.com/office/drawing/2014/main" id="{C2BDD5A2-CE3E-3215-6DAA-F75C0D1229DA}"/>
              </a:ext>
            </a:extLst>
          </p:cNvPr>
          <p:cNvSpPr>
            <a:spLocks noGrp="1"/>
          </p:cNvSpPr>
          <p:nvPr>
            <p:ph type="ftr" sz="quarter" idx="11"/>
          </p:nvPr>
        </p:nvSpPr>
        <p:spPr/>
        <p:txBody>
          <a:bodyPr/>
          <a:lstStyle/>
          <a:p>
            <a:r>
              <a:rPr lang="en-US" dirty="0"/>
              <a:t>GROWTH MARKETING PLAN</a:t>
            </a:r>
          </a:p>
        </p:txBody>
      </p:sp>
      <p:sp>
        <p:nvSpPr>
          <p:cNvPr id="5" name="Date Placeholder 4">
            <a:extLst>
              <a:ext uri="{FF2B5EF4-FFF2-40B4-BE49-F238E27FC236}">
                <a16:creationId xmlns:a16="http://schemas.microsoft.com/office/drawing/2014/main" id="{897D0B7E-1A60-DA52-6965-92412B1C2F9F}"/>
              </a:ext>
            </a:extLst>
          </p:cNvPr>
          <p:cNvSpPr>
            <a:spLocks noGrp="1"/>
          </p:cNvSpPr>
          <p:nvPr>
            <p:ph type="dt" sz="half" idx="10"/>
          </p:nvPr>
        </p:nvSpPr>
        <p:spPr/>
        <p:txBody>
          <a:bodyPr/>
          <a:lstStyle/>
          <a:p>
            <a:fld id="{AA8799AB-4423-4AFC-BA85-5F70033F1076}" type="datetime1">
              <a:rPr lang="en-US" smtClean="0"/>
              <a:t>7/28/2026</a:t>
            </a:fld>
            <a:endParaRPr lang="en-US" dirty="0"/>
          </a:p>
        </p:txBody>
      </p:sp>
      <p:sp>
        <p:nvSpPr>
          <p:cNvPr id="7" name="Slide Number Placeholder 6">
            <a:extLst>
              <a:ext uri="{FF2B5EF4-FFF2-40B4-BE49-F238E27FC236}">
                <a16:creationId xmlns:a16="http://schemas.microsoft.com/office/drawing/2014/main" id="{B1B822F1-284A-1786-FAF2-72129E2FE64D}"/>
              </a:ext>
            </a:extLst>
          </p:cNvPr>
          <p:cNvSpPr>
            <a:spLocks noGrp="1"/>
          </p:cNvSpPr>
          <p:nvPr>
            <p:ph type="sldNum" sz="quarter" idx="12"/>
          </p:nvPr>
        </p:nvSpPr>
        <p:spPr/>
        <p:txBody>
          <a:bodyPr/>
          <a:lstStyle/>
          <a:p>
            <a:fld id="{CC057153-B650-4DEB-B370-79DDCFDCE934}" type="slidenum">
              <a:rPr lang="en-US" smtClean="0"/>
              <a:t>‹#›</a:t>
            </a:fld>
            <a:endParaRPr lang="en-US" dirty="0"/>
          </a:p>
        </p:txBody>
      </p:sp>
      <p:sp>
        <p:nvSpPr>
          <p:cNvPr id="11" name="Picture Placeholder 10">
            <a:extLst>
              <a:ext uri="{FF2B5EF4-FFF2-40B4-BE49-F238E27FC236}">
                <a16:creationId xmlns:a16="http://schemas.microsoft.com/office/drawing/2014/main" id="{7F8EA658-2652-6F81-1B04-D50C60A3F171}"/>
              </a:ext>
            </a:extLst>
          </p:cNvPr>
          <p:cNvSpPr>
            <a:spLocks noGrp="1"/>
          </p:cNvSpPr>
          <p:nvPr>
            <p:ph type="pic" sz="quarter" idx="13"/>
          </p:nvPr>
        </p:nvSpPr>
        <p:spPr>
          <a:xfrm>
            <a:off x="634030" y="2496190"/>
            <a:ext cx="4672584" cy="3726810"/>
          </a:xfrm>
          <a:blipFill dpi="0" rotWithShape="1">
            <a:blip r:embed="rId2">
              <a:alphaModFix amt="60000"/>
            </a:blip>
            <a:srcRect/>
            <a:stretch>
              <a:fillRect/>
            </a:stretch>
          </a:blipFill>
        </p:spPr>
        <p:txBody>
          <a:bodyPr/>
          <a:lstStyle>
            <a:lvl1pPr marL="0" indent="0">
              <a:buNone/>
              <a:defRPr/>
            </a:lvl1pPr>
          </a:lstStyle>
          <a:p>
            <a:r>
              <a:rPr lang="en-US" dirty="0"/>
              <a:t>Click icon to add picture</a:t>
            </a:r>
          </a:p>
        </p:txBody>
      </p:sp>
      <p:sp>
        <p:nvSpPr>
          <p:cNvPr id="8" name="Content Placeholder 7">
            <a:extLst>
              <a:ext uri="{FF2B5EF4-FFF2-40B4-BE49-F238E27FC236}">
                <a16:creationId xmlns:a16="http://schemas.microsoft.com/office/drawing/2014/main" id="{8BAC3300-BF12-B200-9F06-8D5AC45CB7EF}"/>
              </a:ext>
            </a:extLst>
          </p:cNvPr>
          <p:cNvSpPr>
            <a:spLocks noGrp="1"/>
          </p:cNvSpPr>
          <p:nvPr>
            <p:ph sz="quarter" idx="14"/>
          </p:nvPr>
        </p:nvSpPr>
        <p:spPr>
          <a:xfrm>
            <a:off x="5905502" y="1001715"/>
            <a:ext cx="5652463" cy="5221285"/>
          </a:xfrm>
        </p:spPr>
        <p:txBody>
          <a:bodyPr>
            <a:normAutofit/>
          </a:bodyPr>
          <a:lstStyle>
            <a:lvl1pPr>
              <a:defRPr sz="1600"/>
            </a:lvl1pPr>
            <a:lvl2pPr>
              <a:defRPr sz="1600"/>
            </a:lvl2pPr>
            <a:lvl3pPr>
              <a:defRPr sz="1600"/>
            </a:lvl3pPr>
            <a:lvl4pPr>
              <a:defRPr sz="1600"/>
            </a:lvl4pPr>
            <a:lvl5pPr>
              <a:defRPr sz="16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cxnSp>
        <p:nvCxnSpPr>
          <p:cNvPr id="9" name="Straight Connector 8">
            <a:extLst>
              <a:ext uri="{FF2B5EF4-FFF2-40B4-BE49-F238E27FC236}">
                <a16:creationId xmlns:a16="http://schemas.microsoft.com/office/drawing/2014/main" id="{02BC9BBD-1994-9D19-11C8-FD27039C6338}"/>
              </a:ext>
            </a:extLst>
          </p:cNvPr>
          <p:cNvCxnSpPr>
            <a:cxnSpLocks/>
          </p:cNvCxnSpPr>
          <p:nvPr userDrawn="1"/>
        </p:nvCxnSpPr>
        <p:spPr>
          <a:xfrm>
            <a:off x="429793" y="0"/>
            <a:ext cx="0" cy="6858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189758597"/>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p:cSld name="Content with Picture 17">
    <p:spTree>
      <p:nvGrpSpPr>
        <p:cNvPr id="1" name=""/>
        <p:cNvGrpSpPr/>
        <p:nvPr/>
      </p:nvGrpSpPr>
      <p:grpSpPr>
        <a:xfrm>
          <a:off x="0" y="0"/>
          <a:ext cx="0" cy="0"/>
          <a:chOff x="0" y="0"/>
          <a:chExt cx="0" cy="0"/>
        </a:xfrm>
      </p:grpSpPr>
      <p:cxnSp>
        <p:nvCxnSpPr>
          <p:cNvPr id="4" name="Straight Connector 3">
            <a:extLst>
              <a:ext uri="{FF2B5EF4-FFF2-40B4-BE49-F238E27FC236}">
                <a16:creationId xmlns:a16="http://schemas.microsoft.com/office/drawing/2014/main" id="{DE681CC6-0816-FBB5-F117-CE232D15B0DE}"/>
              </a:ext>
            </a:extLst>
          </p:cNvPr>
          <p:cNvCxnSpPr/>
          <p:nvPr userDrawn="1"/>
        </p:nvCxnSpPr>
        <p:spPr>
          <a:xfrm>
            <a:off x="429209" y="164150"/>
            <a:ext cx="11762791"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634030" y="1001714"/>
            <a:ext cx="4328495" cy="1127759"/>
          </a:xfrm>
        </p:spPr>
        <p:txBody>
          <a:bodyPr anchor="t">
            <a:noAutofit/>
          </a:bodyPr>
          <a:lstStyle>
            <a:lvl1pPr>
              <a:defRPr sz="4000"/>
            </a:lvl1pPr>
          </a:lstStyle>
          <a:p>
            <a:r>
              <a:rPr lang="en-US" dirty="0"/>
              <a:t>Click to edit Master title style</a:t>
            </a:r>
          </a:p>
        </p:txBody>
      </p:sp>
      <p:sp>
        <p:nvSpPr>
          <p:cNvPr id="6" name="Footer Placeholder 5">
            <a:extLst>
              <a:ext uri="{FF2B5EF4-FFF2-40B4-BE49-F238E27FC236}">
                <a16:creationId xmlns:a16="http://schemas.microsoft.com/office/drawing/2014/main" id="{C2BDD5A2-CE3E-3215-6DAA-F75C0D1229DA}"/>
              </a:ext>
            </a:extLst>
          </p:cNvPr>
          <p:cNvSpPr>
            <a:spLocks noGrp="1"/>
          </p:cNvSpPr>
          <p:nvPr>
            <p:ph type="ftr" sz="quarter" idx="11"/>
          </p:nvPr>
        </p:nvSpPr>
        <p:spPr/>
        <p:txBody>
          <a:bodyPr/>
          <a:lstStyle/>
          <a:p>
            <a:r>
              <a:rPr lang="en-US" dirty="0"/>
              <a:t>GROWTH MARKETING PLAN</a:t>
            </a:r>
          </a:p>
        </p:txBody>
      </p:sp>
      <p:sp>
        <p:nvSpPr>
          <p:cNvPr id="5" name="Date Placeholder 4">
            <a:extLst>
              <a:ext uri="{FF2B5EF4-FFF2-40B4-BE49-F238E27FC236}">
                <a16:creationId xmlns:a16="http://schemas.microsoft.com/office/drawing/2014/main" id="{897D0B7E-1A60-DA52-6965-92412B1C2F9F}"/>
              </a:ext>
            </a:extLst>
          </p:cNvPr>
          <p:cNvSpPr>
            <a:spLocks noGrp="1"/>
          </p:cNvSpPr>
          <p:nvPr>
            <p:ph type="dt" sz="half" idx="10"/>
          </p:nvPr>
        </p:nvSpPr>
        <p:spPr/>
        <p:txBody>
          <a:bodyPr/>
          <a:lstStyle/>
          <a:p>
            <a:fld id="{9C9E56CF-865A-4DF6-93CB-5342FE600906}" type="datetime1">
              <a:rPr lang="en-US" smtClean="0"/>
              <a:t>7/28/2026</a:t>
            </a:fld>
            <a:endParaRPr lang="en-US" dirty="0"/>
          </a:p>
        </p:txBody>
      </p:sp>
      <p:sp>
        <p:nvSpPr>
          <p:cNvPr id="7" name="Slide Number Placeholder 6">
            <a:extLst>
              <a:ext uri="{FF2B5EF4-FFF2-40B4-BE49-F238E27FC236}">
                <a16:creationId xmlns:a16="http://schemas.microsoft.com/office/drawing/2014/main" id="{B1B822F1-284A-1786-FAF2-72129E2FE64D}"/>
              </a:ext>
            </a:extLst>
          </p:cNvPr>
          <p:cNvSpPr>
            <a:spLocks noGrp="1"/>
          </p:cNvSpPr>
          <p:nvPr>
            <p:ph type="sldNum" sz="quarter" idx="12"/>
          </p:nvPr>
        </p:nvSpPr>
        <p:spPr/>
        <p:txBody>
          <a:bodyPr/>
          <a:lstStyle/>
          <a:p>
            <a:fld id="{CC057153-B650-4DEB-B370-79DDCFDCE934}" type="slidenum">
              <a:rPr lang="en-US" smtClean="0"/>
              <a:t>‹#›</a:t>
            </a:fld>
            <a:endParaRPr lang="en-US" dirty="0"/>
          </a:p>
        </p:txBody>
      </p:sp>
      <p:sp>
        <p:nvSpPr>
          <p:cNvPr id="11" name="Picture Placeholder 10">
            <a:extLst>
              <a:ext uri="{FF2B5EF4-FFF2-40B4-BE49-F238E27FC236}">
                <a16:creationId xmlns:a16="http://schemas.microsoft.com/office/drawing/2014/main" id="{7F8EA658-2652-6F81-1B04-D50C60A3F171}"/>
              </a:ext>
            </a:extLst>
          </p:cNvPr>
          <p:cNvSpPr>
            <a:spLocks noGrp="1"/>
          </p:cNvSpPr>
          <p:nvPr>
            <p:ph type="pic" sz="quarter" idx="13"/>
          </p:nvPr>
        </p:nvSpPr>
        <p:spPr>
          <a:xfrm>
            <a:off x="634030" y="2129475"/>
            <a:ext cx="4328495" cy="4093525"/>
          </a:xfrm>
          <a:blipFill dpi="0" rotWithShape="1">
            <a:blip r:embed="rId2">
              <a:alphaModFix amt="60000"/>
            </a:blip>
            <a:srcRect/>
            <a:stretch>
              <a:fillRect/>
            </a:stretch>
          </a:blipFill>
        </p:spPr>
        <p:txBody>
          <a:bodyPr/>
          <a:lstStyle>
            <a:lvl1pPr marL="285750" indent="-285750">
              <a:buFont typeface="Arial" panose="020B0604020202020204" pitchFamily="34" charset="0"/>
              <a:buChar char="•"/>
              <a:defRPr/>
            </a:lvl1pPr>
          </a:lstStyle>
          <a:p>
            <a:r>
              <a:rPr lang="en-US" dirty="0"/>
              <a:t>Click icon to add picture</a:t>
            </a:r>
          </a:p>
        </p:txBody>
      </p:sp>
      <p:sp>
        <p:nvSpPr>
          <p:cNvPr id="8" name="Content Placeholder 7">
            <a:extLst>
              <a:ext uri="{FF2B5EF4-FFF2-40B4-BE49-F238E27FC236}">
                <a16:creationId xmlns:a16="http://schemas.microsoft.com/office/drawing/2014/main" id="{83F7B03F-5EDA-605B-1A2E-F48896E48939}"/>
              </a:ext>
            </a:extLst>
          </p:cNvPr>
          <p:cNvSpPr>
            <a:spLocks noGrp="1"/>
          </p:cNvSpPr>
          <p:nvPr>
            <p:ph sz="quarter" idx="14"/>
          </p:nvPr>
        </p:nvSpPr>
        <p:spPr>
          <a:xfrm>
            <a:off x="5348911" y="1001713"/>
            <a:ext cx="6209054" cy="5221287"/>
          </a:xfrm>
        </p:spPr>
        <p:txBody>
          <a:bodyPr>
            <a:normAutofit/>
          </a:bodyPr>
          <a:lstStyle>
            <a:lvl1pPr>
              <a:defRPr sz="1600"/>
            </a:lvl1pPr>
            <a:lvl2pPr>
              <a:defRPr sz="1600"/>
            </a:lvl2pPr>
            <a:lvl3pPr>
              <a:defRPr sz="1600"/>
            </a:lvl3pPr>
            <a:lvl4pPr>
              <a:defRPr sz="1600"/>
            </a:lvl4pPr>
            <a:lvl5pPr>
              <a:defRPr sz="16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cxnSp>
        <p:nvCxnSpPr>
          <p:cNvPr id="3" name="Straight Connector 2">
            <a:extLst>
              <a:ext uri="{FF2B5EF4-FFF2-40B4-BE49-F238E27FC236}">
                <a16:creationId xmlns:a16="http://schemas.microsoft.com/office/drawing/2014/main" id="{664B8C12-E10A-C714-D6A0-BA32E2C72710}"/>
              </a:ext>
            </a:extLst>
          </p:cNvPr>
          <p:cNvCxnSpPr>
            <a:cxnSpLocks/>
          </p:cNvCxnSpPr>
          <p:nvPr userDrawn="1"/>
        </p:nvCxnSpPr>
        <p:spPr>
          <a:xfrm>
            <a:off x="429793" y="0"/>
            <a:ext cx="0" cy="6858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210435382"/>
      </p:ext>
    </p:extLst>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p:cSld name="Content with Picture 18">
    <p:bg>
      <p:bgPr>
        <a:solidFill>
          <a:schemeClr val="accent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634031" y="1001715"/>
            <a:ext cx="5955028" cy="5477511"/>
          </a:xfrm>
        </p:spPr>
        <p:txBody>
          <a:bodyPr anchor="b">
            <a:normAutofit/>
          </a:bodyPr>
          <a:lstStyle>
            <a:lvl1pPr>
              <a:defRPr sz="7200" b="0" i="0">
                <a:latin typeface="+mj-lt"/>
                <a:ea typeface="Dotum" panose="020B0600000101010101" pitchFamily="34" charset="-127"/>
                <a:cs typeface="Noto Sans Kannada Thin" panose="020B0202040504020204" pitchFamily="34" charset="0"/>
              </a:defRPr>
            </a:lvl1pPr>
          </a:lstStyle>
          <a:p>
            <a:r>
              <a:rPr lang="en-US" dirty="0"/>
              <a:t>Click to edit Master title style</a:t>
            </a:r>
          </a:p>
        </p:txBody>
      </p:sp>
      <p:sp>
        <p:nvSpPr>
          <p:cNvPr id="10" name="Footer Placeholder 9">
            <a:extLst>
              <a:ext uri="{FF2B5EF4-FFF2-40B4-BE49-F238E27FC236}">
                <a16:creationId xmlns:a16="http://schemas.microsoft.com/office/drawing/2014/main" id="{4515DEC4-C967-ABFB-73CF-0A90335332A4}"/>
              </a:ext>
            </a:extLst>
          </p:cNvPr>
          <p:cNvSpPr>
            <a:spLocks noGrp="1"/>
          </p:cNvSpPr>
          <p:nvPr>
            <p:ph type="ftr" sz="quarter" idx="16"/>
          </p:nvPr>
        </p:nvSpPr>
        <p:spPr>
          <a:xfrm rot="16200000">
            <a:off x="-2067302" y="2231454"/>
            <a:ext cx="4564376" cy="429768"/>
          </a:xfrm>
        </p:spPr>
        <p:txBody>
          <a:bodyPr/>
          <a:lstStyle/>
          <a:p>
            <a:r>
              <a:rPr lang="en-US" dirty="0"/>
              <a:t>GROWTH MARKETING PLAN</a:t>
            </a:r>
          </a:p>
        </p:txBody>
      </p:sp>
      <p:sp>
        <p:nvSpPr>
          <p:cNvPr id="9" name="Date Placeholder 8">
            <a:extLst>
              <a:ext uri="{FF2B5EF4-FFF2-40B4-BE49-F238E27FC236}">
                <a16:creationId xmlns:a16="http://schemas.microsoft.com/office/drawing/2014/main" id="{81177663-FC76-DF36-EEB7-5BE4C6C82F3A}"/>
              </a:ext>
            </a:extLst>
          </p:cNvPr>
          <p:cNvSpPr>
            <a:spLocks noGrp="1"/>
          </p:cNvSpPr>
          <p:nvPr>
            <p:ph type="dt" sz="half" idx="15"/>
          </p:nvPr>
        </p:nvSpPr>
        <p:spPr>
          <a:xfrm rot="16200000">
            <a:off x="-532352" y="5260879"/>
            <a:ext cx="1494475" cy="429768"/>
          </a:xfrm>
        </p:spPr>
        <p:txBody>
          <a:bodyPr/>
          <a:lstStyle/>
          <a:p>
            <a:fld id="{341E3BD6-1BE7-4293-98B0-C8B456DEC98E}" type="datetime1">
              <a:rPr lang="en-US" smtClean="0"/>
              <a:t>7/28/2026</a:t>
            </a:fld>
            <a:endParaRPr lang="en-US" dirty="0"/>
          </a:p>
        </p:txBody>
      </p:sp>
      <p:sp>
        <p:nvSpPr>
          <p:cNvPr id="12" name="Slide Number Placeholder 11">
            <a:extLst>
              <a:ext uri="{FF2B5EF4-FFF2-40B4-BE49-F238E27FC236}">
                <a16:creationId xmlns:a16="http://schemas.microsoft.com/office/drawing/2014/main" id="{A5A5085F-BE80-B110-AA1F-9DD0919E27D7}"/>
              </a:ext>
            </a:extLst>
          </p:cNvPr>
          <p:cNvSpPr>
            <a:spLocks noGrp="1"/>
          </p:cNvSpPr>
          <p:nvPr>
            <p:ph type="sldNum" sz="quarter" idx="17"/>
          </p:nvPr>
        </p:nvSpPr>
        <p:spPr>
          <a:xfrm>
            <a:off x="1" y="6492875"/>
            <a:ext cx="429207" cy="365125"/>
          </a:xfrm>
        </p:spPr>
        <p:txBody>
          <a:bodyPr/>
          <a:lstStyle/>
          <a:p>
            <a:fld id="{CC057153-B650-4DEB-B370-79DDCFDCE934}" type="slidenum">
              <a:rPr lang="en-US" smtClean="0"/>
              <a:t>‹#›</a:t>
            </a:fld>
            <a:endParaRPr lang="en-US" dirty="0"/>
          </a:p>
        </p:txBody>
      </p:sp>
      <p:sp>
        <p:nvSpPr>
          <p:cNvPr id="11" name="Picture Placeholder 10">
            <a:extLst>
              <a:ext uri="{FF2B5EF4-FFF2-40B4-BE49-F238E27FC236}">
                <a16:creationId xmlns:a16="http://schemas.microsoft.com/office/drawing/2014/main" id="{7F8EA658-2652-6F81-1B04-D50C60A3F171}"/>
              </a:ext>
            </a:extLst>
          </p:cNvPr>
          <p:cNvSpPr>
            <a:spLocks noGrp="1"/>
          </p:cNvSpPr>
          <p:nvPr>
            <p:ph type="pic" sz="quarter" idx="13"/>
          </p:nvPr>
        </p:nvSpPr>
        <p:spPr>
          <a:xfrm>
            <a:off x="7065403" y="-1"/>
            <a:ext cx="5131677" cy="6222999"/>
          </a:xfrm>
          <a:blipFill dpi="0" rotWithShape="1">
            <a:blip r:embed="rId2">
              <a:alphaModFix amt="60000"/>
            </a:blip>
            <a:srcRect/>
            <a:stretch>
              <a:fillRect l="-686" t="2" b="-4120"/>
            </a:stretch>
          </a:blipFill>
        </p:spPr>
        <p:txBody>
          <a:bodyPr/>
          <a:lstStyle>
            <a:lvl1pPr marL="0" indent="0">
              <a:buNone/>
              <a:defRPr/>
            </a:lvl1pPr>
          </a:lstStyle>
          <a:p>
            <a:r>
              <a:rPr lang="en-US" dirty="0"/>
              <a:t>Click icon to add picture</a:t>
            </a:r>
          </a:p>
        </p:txBody>
      </p:sp>
      <p:cxnSp>
        <p:nvCxnSpPr>
          <p:cNvPr id="4" name="Straight Connector 3">
            <a:extLst>
              <a:ext uri="{FF2B5EF4-FFF2-40B4-BE49-F238E27FC236}">
                <a16:creationId xmlns:a16="http://schemas.microsoft.com/office/drawing/2014/main" id="{28FA8915-517E-32B2-6836-7A69DEF7C849}"/>
              </a:ext>
            </a:extLst>
          </p:cNvPr>
          <p:cNvCxnSpPr>
            <a:cxnSpLocks/>
          </p:cNvCxnSpPr>
          <p:nvPr userDrawn="1"/>
        </p:nvCxnSpPr>
        <p:spPr>
          <a:xfrm>
            <a:off x="7060324" y="0"/>
            <a:ext cx="0" cy="6858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 name="Straight Connector 2">
            <a:extLst>
              <a:ext uri="{FF2B5EF4-FFF2-40B4-BE49-F238E27FC236}">
                <a16:creationId xmlns:a16="http://schemas.microsoft.com/office/drawing/2014/main" id="{F76B2467-9468-3DE8-CA1C-7B68F7ED9A67}"/>
              </a:ext>
            </a:extLst>
          </p:cNvPr>
          <p:cNvCxnSpPr>
            <a:cxnSpLocks/>
          </p:cNvCxnSpPr>
          <p:nvPr userDrawn="1"/>
        </p:nvCxnSpPr>
        <p:spPr>
          <a:xfrm>
            <a:off x="0" y="164150"/>
            <a:ext cx="7060324"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8" name="Content Placeholder 7">
            <a:extLst>
              <a:ext uri="{FF2B5EF4-FFF2-40B4-BE49-F238E27FC236}">
                <a16:creationId xmlns:a16="http://schemas.microsoft.com/office/drawing/2014/main" id="{07755DB3-9272-8E5E-039F-AC14A2C07898}"/>
              </a:ext>
            </a:extLst>
          </p:cNvPr>
          <p:cNvSpPr>
            <a:spLocks noGrp="1"/>
          </p:cNvSpPr>
          <p:nvPr>
            <p:ph sz="quarter" idx="14"/>
          </p:nvPr>
        </p:nvSpPr>
        <p:spPr>
          <a:xfrm>
            <a:off x="7177414" y="6375748"/>
            <a:ext cx="4847572" cy="363255"/>
          </a:xfrm>
        </p:spPr>
        <p:txBody>
          <a:bodyPr anchor="ctr">
            <a:normAutofit/>
          </a:bodyPr>
          <a:lstStyle>
            <a:lvl1pPr marL="0" indent="0">
              <a:buNone/>
              <a:defRPr sz="1600" b="0" i="0">
                <a:latin typeface="+mj-lt"/>
              </a:defRPr>
            </a:lvl1pPr>
            <a:lvl2pPr>
              <a:defRPr sz="1600" b="0" i="0">
                <a:latin typeface="Univers Light" panose="020B0403020202020204" pitchFamily="34" charset="0"/>
              </a:defRPr>
            </a:lvl2pPr>
            <a:lvl3pPr>
              <a:defRPr sz="1600" b="0" i="0">
                <a:latin typeface="Univers Light" panose="020B0403020202020204" pitchFamily="34" charset="0"/>
              </a:defRPr>
            </a:lvl3pPr>
            <a:lvl4pPr>
              <a:defRPr sz="1600" b="0" i="0">
                <a:latin typeface="Univers Light" panose="020B0403020202020204" pitchFamily="34" charset="0"/>
              </a:defRPr>
            </a:lvl4pPr>
            <a:lvl5pPr>
              <a:defRPr sz="1600" b="0" i="0">
                <a:latin typeface="Univers Light" panose="020B0403020202020204" pitchFamily="34" charset="0"/>
              </a:defRPr>
            </a:lvl5pPr>
          </a:lstStyle>
          <a:p>
            <a:pPr lvl="0"/>
            <a:r>
              <a:rPr lang="en-US" dirty="0"/>
              <a:t>Click to edit Master text styles</a:t>
            </a:r>
          </a:p>
        </p:txBody>
      </p:sp>
    </p:spTree>
    <p:extLst>
      <p:ext uri="{BB962C8B-B14F-4D97-AF65-F5344CB8AC3E}">
        <p14:creationId xmlns:p14="http://schemas.microsoft.com/office/powerpoint/2010/main" val="4272299115"/>
      </p:ext>
    </p:extLst>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preserve="1" userDrawn="1">
  <p:cSld name="Number Large">
    <p:bg>
      <p:bgPr>
        <a:solidFill>
          <a:schemeClr val="accent1"/>
        </a:solidFill>
        <a:effectLst/>
      </p:bgPr>
    </p:bg>
    <p:spTree>
      <p:nvGrpSpPr>
        <p:cNvPr id="1" name=""/>
        <p:cNvGrpSpPr/>
        <p:nvPr/>
      </p:nvGrpSpPr>
      <p:grpSpPr>
        <a:xfrm>
          <a:off x="0" y="0"/>
          <a:ext cx="0" cy="0"/>
          <a:chOff x="0" y="0"/>
          <a:chExt cx="0" cy="0"/>
        </a:xfrm>
      </p:grpSpPr>
      <p:cxnSp>
        <p:nvCxnSpPr>
          <p:cNvPr id="6" name="Straight Connector 5">
            <a:extLst>
              <a:ext uri="{FF2B5EF4-FFF2-40B4-BE49-F238E27FC236}">
                <a16:creationId xmlns:a16="http://schemas.microsoft.com/office/drawing/2014/main" id="{1113C676-72E3-B810-A6B9-DCE36B8778AC}"/>
              </a:ext>
            </a:extLst>
          </p:cNvPr>
          <p:cNvCxnSpPr/>
          <p:nvPr userDrawn="1"/>
        </p:nvCxnSpPr>
        <p:spPr>
          <a:xfrm>
            <a:off x="429209" y="164150"/>
            <a:ext cx="11762791"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10" name="Title 1">
            <a:extLst>
              <a:ext uri="{FF2B5EF4-FFF2-40B4-BE49-F238E27FC236}">
                <a16:creationId xmlns:a16="http://schemas.microsoft.com/office/drawing/2014/main" id="{8507528C-7021-C7A4-B156-08D83A3A21F4}"/>
              </a:ext>
            </a:extLst>
          </p:cNvPr>
          <p:cNvSpPr>
            <a:spLocks noGrp="1"/>
          </p:cNvSpPr>
          <p:nvPr>
            <p:ph type="title"/>
          </p:nvPr>
        </p:nvSpPr>
        <p:spPr>
          <a:xfrm>
            <a:off x="633470" y="5109525"/>
            <a:ext cx="10367905" cy="1207192"/>
          </a:xfrm>
        </p:spPr>
        <p:txBody>
          <a:bodyPr anchor="b">
            <a:normAutofit/>
          </a:bodyPr>
          <a:lstStyle>
            <a:lvl1pPr algn="l">
              <a:lnSpc>
                <a:spcPct val="90000"/>
              </a:lnSpc>
              <a:defRPr sz="2400" b="0" i="0" cap="none" baseline="0">
                <a:solidFill>
                  <a:schemeClr val="tx1"/>
                </a:solidFill>
                <a:latin typeface="+mj-lt"/>
              </a:defRPr>
            </a:lvl1pPr>
          </a:lstStyle>
          <a:p>
            <a:r>
              <a:rPr lang="en-US" dirty="0"/>
              <a:t>Click to edit Master title style</a:t>
            </a:r>
          </a:p>
        </p:txBody>
      </p:sp>
      <p:sp>
        <p:nvSpPr>
          <p:cNvPr id="4" name="Footer Placeholder 3">
            <a:extLst>
              <a:ext uri="{FF2B5EF4-FFF2-40B4-BE49-F238E27FC236}">
                <a16:creationId xmlns:a16="http://schemas.microsoft.com/office/drawing/2014/main" id="{C394E47C-0C77-0005-1755-14F7739DF22E}"/>
              </a:ext>
            </a:extLst>
          </p:cNvPr>
          <p:cNvSpPr>
            <a:spLocks noGrp="1"/>
          </p:cNvSpPr>
          <p:nvPr>
            <p:ph type="ftr" sz="quarter" idx="11"/>
          </p:nvPr>
        </p:nvSpPr>
        <p:spPr/>
        <p:txBody>
          <a:bodyPr/>
          <a:lstStyle/>
          <a:p>
            <a:r>
              <a:rPr lang="en-US" dirty="0"/>
              <a:t>GROWTH MARKETING PLAN</a:t>
            </a:r>
          </a:p>
        </p:txBody>
      </p:sp>
      <p:sp>
        <p:nvSpPr>
          <p:cNvPr id="3" name="Date Placeholder 2">
            <a:extLst>
              <a:ext uri="{FF2B5EF4-FFF2-40B4-BE49-F238E27FC236}">
                <a16:creationId xmlns:a16="http://schemas.microsoft.com/office/drawing/2014/main" id="{4A591E5F-EDEF-7D02-30E6-B960B5E45903}"/>
              </a:ext>
            </a:extLst>
          </p:cNvPr>
          <p:cNvSpPr>
            <a:spLocks noGrp="1"/>
          </p:cNvSpPr>
          <p:nvPr>
            <p:ph type="dt" sz="half" idx="10"/>
          </p:nvPr>
        </p:nvSpPr>
        <p:spPr/>
        <p:txBody>
          <a:bodyPr/>
          <a:lstStyle/>
          <a:p>
            <a:fld id="{F2929A1B-A295-4715-B77A-F33006A42EEB}" type="datetime1">
              <a:rPr lang="en-US" smtClean="0"/>
              <a:t>7/28/2026</a:t>
            </a:fld>
            <a:endParaRPr lang="en-US" dirty="0"/>
          </a:p>
        </p:txBody>
      </p:sp>
      <p:sp>
        <p:nvSpPr>
          <p:cNvPr id="5" name="Slide Number Placeholder 4">
            <a:extLst>
              <a:ext uri="{FF2B5EF4-FFF2-40B4-BE49-F238E27FC236}">
                <a16:creationId xmlns:a16="http://schemas.microsoft.com/office/drawing/2014/main" id="{CA0528A9-0729-B0FB-328C-3C96994AAB3C}"/>
              </a:ext>
            </a:extLst>
          </p:cNvPr>
          <p:cNvSpPr>
            <a:spLocks noGrp="1"/>
          </p:cNvSpPr>
          <p:nvPr>
            <p:ph type="sldNum" sz="quarter" idx="12"/>
          </p:nvPr>
        </p:nvSpPr>
        <p:spPr/>
        <p:txBody>
          <a:bodyPr/>
          <a:lstStyle/>
          <a:p>
            <a:fld id="{CC057153-B650-4DEB-B370-79DDCFDCE934}" type="slidenum">
              <a:rPr lang="en-US" smtClean="0"/>
              <a:t>‹#›</a:t>
            </a:fld>
            <a:endParaRPr lang="en-US" dirty="0"/>
          </a:p>
        </p:txBody>
      </p:sp>
      <p:cxnSp>
        <p:nvCxnSpPr>
          <p:cNvPr id="9" name="Straight Connector 8">
            <a:extLst>
              <a:ext uri="{FF2B5EF4-FFF2-40B4-BE49-F238E27FC236}">
                <a16:creationId xmlns:a16="http://schemas.microsoft.com/office/drawing/2014/main" id="{B088E26B-9247-68F3-E9B8-157E22E97147}"/>
              </a:ext>
            </a:extLst>
          </p:cNvPr>
          <p:cNvCxnSpPr>
            <a:cxnSpLocks/>
          </p:cNvCxnSpPr>
          <p:nvPr userDrawn="1"/>
        </p:nvCxnSpPr>
        <p:spPr>
          <a:xfrm>
            <a:off x="429793" y="0"/>
            <a:ext cx="0" cy="6858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8" name="Content Placeholder 6">
            <a:extLst>
              <a:ext uri="{FF2B5EF4-FFF2-40B4-BE49-F238E27FC236}">
                <a16:creationId xmlns:a16="http://schemas.microsoft.com/office/drawing/2014/main" id="{786730A0-A69C-6FA3-06BC-632301E15F2D}"/>
              </a:ext>
            </a:extLst>
          </p:cNvPr>
          <p:cNvSpPr>
            <a:spLocks noGrp="1"/>
          </p:cNvSpPr>
          <p:nvPr>
            <p:ph sz="quarter" idx="13" hasCustomPrompt="1"/>
          </p:nvPr>
        </p:nvSpPr>
        <p:spPr>
          <a:xfrm>
            <a:off x="634030" y="1340489"/>
            <a:ext cx="10367349" cy="3388035"/>
          </a:xfrm>
        </p:spPr>
        <p:txBody>
          <a:bodyPr anchor="t">
            <a:noAutofit/>
          </a:bodyPr>
          <a:lstStyle>
            <a:lvl1pPr marL="0" indent="0" algn="l">
              <a:lnSpc>
                <a:spcPct val="90000"/>
              </a:lnSpc>
              <a:buNone/>
              <a:defRPr sz="30000" b="0" i="0">
                <a:solidFill>
                  <a:schemeClr val="tx1"/>
                </a:solidFill>
                <a:latin typeface="+mn-lt"/>
              </a:defRPr>
            </a:lvl1pPr>
          </a:lstStyle>
          <a:p>
            <a:pPr lvl="0"/>
            <a:r>
              <a:rPr lang="en-US" dirty="0"/>
              <a:t>##%</a:t>
            </a:r>
          </a:p>
        </p:txBody>
      </p:sp>
    </p:spTree>
    <p:extLst>
      <p:ext uri="{BB962C8B-B14F-4D97-AF65-F5344CB8AC3E}">
        <p14:creationId xmlns:p14="http://schemas.microsoft.com/office/powerpoint/2010/main" val="1142329825"/>
      </p:ext>
    </p:extLst>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preserve="1" userDrawn="1">
  <p:cSld name="Number Large 2">
    <p:spTree>
      <p:nvGrpSpPr>
        <p:cNvPr id="1" name=""/>
        <p:cNvGrpSpPr/>
        <p:nvPr/>
      </p:nvGrpSpPr>
      <p:grpSpPr>
        <a:xfrm>
          <a:off x="0" y="0"/>
          <a:ext cx="0" cy="0"/>
          <a:chOff x="0" y="0"/>
          <a:chExt cx="0" cy="0"/>
        </a:xfrm>
      </p:grpSpPr>
      <p:cxnSp>
        <p:nvCxnSpPr>
          <p:cNvPr id="8" name="Straight Connector 7">
            <a:extLst>
              <a:ext uri="{FF2B5EF4-FFF2-40B4-BE49-F238E27FC236}">
                <a16:creationId xmlns:a16="http://schemas.microsoft.com/office/drawing/2014/main" id="{3AF240C4-9480-994E-0BD5-BF7BE95F9F7B}"/>
              </a:ext>
            </a:extLst>
          </p:cNvPr>
          <p:cNvCxnSpPr/>
          <p:nvPr userDrawn="1"/>
        </p:nvCxnSpPr>
        <p:spPr>
          <a:xfrm>
            <a:off x="429209" y="164150"/>
            <a:ext cx="11762791"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2" name="Title 1">
            <a:extLst>
              <a:ext uri="{FF2B5EF4-FFF2-40B4-BE49-F238E27FC236}">
                <a16:creationId xmlns:a16="http://schemas.microsoft.com/office/drawing/2014/main" id="{5756306E-B77F-CE22-FA8C-F08F17B5E9B4}"/>
              </a:ext>
            </a:extLst>
          </p:cNvPr>
          <p:cNvSpPr>
            <a:spLocks noGrp="1"/>
          </p:cNvSpPr>
          <p:nvPr>
            <p:ph type="title"/>
          </p:nvPr>
        </p:nvSpPr>
        <p:spPr>
          <a:xfrm>
            <a:off x="633470" y="5109525"/>
            <a:ext cx="10367905" cy="1207192"/>
          </a:xfrm>
        </p:spPr>
        <p:txBody>
          <a:bodyPr anchor="b">
            <a:normAutofit/>
          </a:bodyPr>
          <a:lstStyle>
            <a:lvl1pPr algn="l">
              <a:lnSpc>
                <a:spcPct val="90000"/>
              </a:lnSpc>
              <a:defRPr sz="2400" b="0" i="0" cap="none" baseline="0">
                <a:solidFill>
                  <a:schemeClr val="tx1"/>
                </a:solidFill>
                <a:latin typeface="+mj-lt"/>
              </a:defRPr>
            </a:lvl1pPr>
          </a:lstStyle>
          <a:p>
            <a:r>
              <a:rPr lang="en-US" dirty="0"/>
              <a:t>Click to edit Master title style</a:t>
            </a:r>
          </a:p>
        </p:txBody>
      </p:sp>
      <p:sp>
        <p:nvSpPr>
          <p:cNvPr id="4" name="Footer Placeholder 3">
            <a:extLst>
              <a:ext uri="{FF2B5EF4-FFF2-40B4-BE49-F238E27FC236}">
                <a16:creationId xmlns:a16="http://schemas.microsoft.com/office/drawing/2014/main" id="{C394E47C-0C77-0005-1755-14F7739DF22E}"/>
              </a:ext>
            </a:extLst>
          </p:cNvPr>
          <p:cNvSpPr>
            <a:spLocks noGrp="1"/>
          </p:cNvSpPr>
          <p:nvPr>
            <p:ph type="ftr" sz="quarter" idx="11"/>
          </p:nvPr>
        </p:nvSpPr>
        <p:spPr/>
        <p:txBody>
          <a:bodyPr/>
          <a:lstStyle/>
          <a:p>
            <a:r>
              <a:rPr lang="en-US" dirty="0"/>
              <a:t>GROWTH MARKETING PLAN</a:t>
            </a:r>
          </a:p>
        </p:txBody>
      </p:sp>
      <p:sp>
        <p:nvSpPr>
          <p:cNvPr id="3" name="Date Placeholder 2">
            <a:extLst>
              <a:ext uri="{FF2B5EF4-FFF2-40B4-BE49-F238E27FC236}">
                <a16:creationId xmlns:a16="http://schemas.microsoft.com/office/drawing/2014/main" id="{4A591E5F-EDEF-7D02-30E6-B960B5E45903}"/>
              </a:ext>
            </a:extLst>
          </p:cNvPr>
          <p:cNvSpPr>
            <a:spLocks noGrp="1"/>
          </p:cNvSpPr>
          <p:nvPr>
            <p:ph type="dt" sz="half" idx="10"/>
          </p:nvPr>
        </p:nvSpPr>
        <p:spPr/>
        <p:txBody>
          <a:bodyPr/>
          <a:lstStyle/>
          <a:p>
            <a:fld id="{09CBD6C5-FCE0-436F-BDB9-607AA1896A18}" type="datetime1">
              <a:rPr lang="en-US" smtClean="0"/>
              <a:t>7/28/2026</a:t>
            </a:fld>
            <a:endParaRPr lang="en-US" dirty="0"/>
          </a:p>
        </p:txBody>
      </p:sp>
      <p:sp>
        <p:nvSpPr>
          <p:cNvPr id="5" name="Slide Number Placeholder 4">
            <a:extLst>
              <a:ext uri="{FF2B5EF4-FFF2-40B4-BE49-F238E27FC236}">
                <a16:creationId xmlns:a16="http://schemas.microsoft.com/office/drawing/2014/main" id="{CA0528A9-0729-B0FB-328C-3C96994AAB3C}"/>
              </a:ext>
            </a:extLst>
          </p:cNvPr>
          <p:cNvSpPr>
            <a:spLocks noGrp="1"/>
          </p:cNvSpPr>
          <p:nvPr>
            <p:ph type="sldNum" sz="quarter" idx="12"/>
          </p:nvPr>
        </p:nvSpPr>
        <p:spPr/>
        <p:txBody>
          <a:bodyPr/>
          <a:lstStyle/>
          <a:p>
            <a:fld id="{CC057153-B650-4DEB-B370-79DDCFDCE934}" type="slidenum">
              <a:rPr lang="en-US" smtClean="0"/>
              <a:t>‹#›</a:t>
            </a:fld>
            <a:endParaRPr lang="en-US" dirty="0"/>
          </a:p>
        </p:txBody>
      </p:sp>
      <p:sp>
        <p:nvSpPr>
          <p:cNvPr id="7" name="Content Placeholder 6">
            <a:extLst>
              <a:ext uri="{FF2B5EF4-FFF2-40B4-BE49-F238E27FC236}">
                <a16:creationId xmlns:a16="http://schemas.microsoft.com/office/drawing/2014/main" id="{E418DF0B-1F85-2BB3-D241-A3A14BF72908}"/>
              </a:ext>
            </a:extLst>
          </p:cNvPr>
          <p:cNvSpPr>
            <a:spLocks noGrp="1"/>
          </p:cNvSpPr>
          <p:nvPr>
            <p:ph sz="quarter" idx="13" hasCustomPrompt="1"/>
          </p:nvPr>
        </p:nvSpPr>
        <p:spPr>
          <a:xfrm>
            <a:off x="634030" y="1340489"/>
            <a:ext cx="10367349" cy="3388035"/>
          </a:xfrm>
        </p:spPr>
        <p:txBody>
          <a:bodyPr anchor="t">
            <a:noAutofit/>
          </a:bodyPr>
          <a:lstStyle>
            <a:lvl1pPr marL="0" indent="0" algn="l">
              <a:lnSpc>
                <a:spcPct val="90000"/>
              </a:lnSpc>
              <a:buNone/>
              <a:defRPr sz="30000" b="0" i="0">
                <a:solidFill>
                  <a:schemeClr val="tx1"/>
                </a:solidFill>
                <a:latin typeface="+mn-lt"/>
              </a:defRPr>
            </a:lvl1pPr>
          </a:lstStyle>
          <a:p>
            <a:pPr lvl="0"/>
            <a:r>
              <a:rPr lang="en-US" dirty="0"/>
              <a:t>##%</a:t>
            </a:r>
          </a:p>
        </p:txBody>
      </p:sp>
      <p:cxnSp>
        <p:nvCxnSpPr>
          <p:cNvPr id="6" name="Straight Connector 5">
            <a:extLst>
              <a:ext uri="{FF2B5EF4-FFF2-40B4-BE49-F238E27FC236}">
                <a16:creationId xmlns:a16="http://schemas.microsoft.com/office/drawing/2014/main" id="{63547AA0-CA68-609A-06D4-5F771838B5D3}"/>
              </a:ext>
            </a:extLst>
          </p:cNvPr>
          <p:cNvCxnSpPr>
            <a:cxnSpLocks/>
          </p:cNvCxnSpPr>
          <p:nvPr userDrawn="1"/>
        </p:nvCxnSpPr>
        <p:spPr>
          <a:xfrm>
            <a:off x="429793" y="0"/>
            <a:ext cx="0" cy="6858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795748147"/>
      </p:ext>
    </p:extLst>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preserve="1" userDrawn="1">
  <p:cSld name="Number Large 3">
    <p:bg>
      <p:bgPr>
        <a:solidFill>
          <a:schemeClr val="accent6"/>
        </a:solidFill>
        <a:effectLst/>
      </p:bgPr>
    </p:bg>
    <p:spTree>
      <p:nvGrpSpPr>
        <p:cNvPr id="1" name=""/>
        <p:cNvGrpSpPr/>
        <p:nvPr/>
      </p:nvGrpSpPr>
      <p:grpSpPr>
        <a:xfrm>
          <a:off x="0" y="0"/>
          <a:ext cx="0" cy="0"/>
          <a:chOff x="0" y="0"/>
          <a:chExt cx="0" cy="0"/>
        </a:xfrm>
      </p:grpSpPr>
      <p:cxnSp>
        <p:nvCxnSpPr>
          <p:cNvPr id="6" name="Straight Connector 5">
            <a:extLst>
              <a:ext uri="{FF2B5EF4-FFF2-40B4-BE49-F238E27FC236}">
                <a16:creationId xmlns:a16="http://schemas.microsoft.com/office/drawing/2014/main" id="{2B8C624E-4F6C-E890-10DF-FE279DA2597D}"/>
              </a:ext>
            </a:extLst>
          </p:cNvPr>
          <p:cNvCxnSpPr/>
          <p:nvPr userDrawn="1"/>
        </p:nvCxnSpPr>
        <p:spPr>
          <a:xfrm>
            <a:off x="429209" y="164150"/>
            <a:ext cx="11762791"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10" name="Title 1">
            <a:extLst>
              <a:ext uri="{FF2B5EF4-FFF2-40B4-BE49-F238E27FC236}">
                <a16:creationId xmlns:a16="http://schemas.microsoft.com/office/drawing/2014/main" id="{20D33D3A-063E-24F3-6815-CC483F3BFF50}"/>
              </a:ext>
            </a:extLst>
          </p:cNvPr>
          <p:cNvSpPr>
            <a:spLocks noGrp="1"/>
          </p:cNvSpPr>
          <p:nvPr>
            <p:ph type="title"/>
          </p:nvPr>
        </p:nvSpPr>
        <p:spPr>
          <a:xfrm>
            <a:off x="633470" y="5109525"/>
            <a:ext cx="10367905" cy="1207192"/>
          </a:xfrm>
        </p:spPr>
        <p:txBody>
          <a:bodyPr anchor="b">
            <a:normAutofit/>
          </a:bodyPr>
          <a:lstStyle>
            <a:lvl1pPr algn="l">
              <a:lnSpc>
                <a:spcPct val="90000"/>
              </a:lnSpc>
              <a:defRPr sz="2400" b="0" i="0" cap="none" baseline="0">
                <a:solidFill>
                  <a:schemeClr val="tx1"/>
                </a:solidFill>
                <a:latin typeface="+mj-lt"/>
              </a:defRPr>
            </a:lvl1pPr>
          </a:lstStyle>
          <a:p>
            <a:r>
              <a:rPr lang="en-US" dirty="0"/>
              <a:t>Click to edit Master title style</a:t>
            </a:r>
          </a:p>
        </p:txBody>
      </p:sp>
      <p:sp>
        <p:nvSpPr>
          <p:cNvPr id="4" name="Footer Placeholder 3">
            <a:extLst>
              <a:ext uri="{FF2B5EF4-FFF2-40B4-BE49-F238E27FC236}">
                <a16:creationId xmlns:a16="http://schemas.microsoft.com/office/drawing/2014/main" id="{C394E47C-0C77-0005-1755-14F7739DF22E}"/>
              </a:ext>
            </a:extLst>
          </p:cNvPr>
          <p:cNvSpPr>
            <a:spLocks noGrp="1"/>
          </p:cNvSpPr>
          <p:nvPr>
            <p:ph type="ftr" sz="quarter" idx="11"/>
          </p:nvPr>
        </p:nvSpPr>
        <p:spPr/>
        <p:txBody>
          <a:bodyPr/>
          <a:lstStyle/>
          <a:p>
            <a:r>
              <a:rPr lang="en-US" dirty="0"/>
              <a:t>GROWTH MARKETING PLAN</a:t>
            </a:r>
          </a:p>
        </p:txBody>
      </p:sp>
      <p:sp>
        <p:nvSpPr>
          <p:cNvPr id="3" name="Date Placeholder 2">
            <a:extLst>
              <a:ext uri="{FF2B5EF4-FFF2-40B4-BE49-F238E27FC236}">
                <a16:creationId xmlns:a16="http://schemas.microsoft.com/office/drawing/2014/main" id="{4A591E5F-EDEF-7D02-30E6-B960B5E45903}"/>
              </a:ext>
            </a:extLst>
          </p:cNvPr>
          <p:cNvSpPr>
            <a:spLocks noGrp="1"/>
          </p:cNvSpPr>
          <p:nvPr>
            <p:ph type="dt" sz="half" idx="10"/>
          </p:nvPr>
        </p:nvSpPr>
        <p:spPr/>
        <p:txBody>
          <a:bodyPr/>
          <a:lstStyle/>
          <a:p>
            <a:fld id="{2B3A5A51-DB18-40F8-9807-F5A86B7E570D}" type="datetime1">
              <a:rPr lang="en-US" smtClean="0"/>
              <a:t>7/28/2026</a:t>
            </a:fld>
            <a:endParaRPr lang="en-US" dirty="0"/>
          </a:p>
        </p:txBody>
      </p:sp>
      <p:sp>
        <p:nvSpPr>
          <p:cNvPr id="5" name="Slide Number Placeholder 4">
            <a:extLst>
              <a:ext uri="{FF2B5EF4-FFF2-40B4-BE49-F238E27FC236}">
                <a16:creationId xmlns:a16="http://schemas.microsoft.com/office/drawing/2014/main" id="{CA0528A9-0729-B0FB-328C-3C96994AAB3C}"/>
              </a:ext>
            </a:extLst>
          </p:cNvPr>
          <p:cNvSpPr>
            <a:spLocks noGrp="1"/>
          </p:cNvSpPr>
          <p:nvPr>
            <p:ph type="sldNum" sz="quarter" idx="12"/>
          </p:nvPr>
        </p:nvSpPr>
        <p:spPr/>
        <p:txBody>
          <a:bodyPr/>
          <a:lstStyle/>
          <a:p>
            <a:fld id="{CC057153-B650-4DEB-B370-79DDCFDCE934}" type="slidenum">
              <a:rPr lang="en-US" smtClean="0"/>
              <a:t>‹#›</a:t>
            </a:fld>
            <a:endParaRPr lang="en-US" dirty="0"/>
          </a:p>
        </p:txBody>
      </p:sp>
      <p:cxnSp>
        <p:nvCxnSpPr>
          <p:cNvPr id="9" name="Straight Connector 8">
            <a:extLst>
              <a:ext uri="{FF2B5EF4-FFF2-40B4-BE49-F238E27FC236}">
                <a16:creationId xmlns:a16="http://schemas.microsoft.com/office/drawing/2014/main" id="{5FD9BA66-49B9-422C-E28F-BA9E9DB64697}"/>
              </a:ext>
            </a:extLst>
          </p:cNvPr>
          <p:cNvCxnSpPr>
            <a:cxnSpLocks/>
          </p:cNvCxnSpPr>
          <p:nvPr userDrawn="1"/>
        </p:nvCxnSpPr>
        <p:spPr>
          <a:xfrm>
            <a:off x="429793" y="0"/>
            <a:ext cx="0" cy="6858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8" name="Content Placeholder 6">
            <a:extLst>
              <a:ext uri="{FF2B5EF4-FFF2-40B4-BE49-F238E27FC236}">
                <a16:creationId xmlns:a16="http://schemas.microsoft.com/office/drawing/2014/main" id="{D20ABC85-9587-24D5-E6BE-4DBE5CA56973}"/>
              </a:ext>
            </a:extLst>
          </p:cNvPr>
          <p:cNvSpPr>
            <a:spLocks noGrp="1"/>
          </p:cNvSpPr>
          <p:nvPr>
            <p:ph sz="quarter" idx="13" hasCustomPrompt="1"/>
          </p:nvPr>
        </p:nvSpPr>
        <p:spPr>
          <a:xfrm>
            <a:off x="634030" y="1340489"/>
            <a:ext cx="10367349" cy="3388035"/>
          </a:xfrm>
        </p:spPr>
        <p:txBody>
          <a:bodyPr anchor="t">
            <a:noAutofit/>
          </a:bodyPr>
          <a:lstStyle>
            <a:lvl1pPr marL="0" indent="0" algn="l">
              <a:lnSpc>
                <a:spcPct val="90000"/>
              </a:lnSpc>
              <a:buNone/>
              <a:defRPr sz="30000" b="0" i="0">
                <a:solidFill>
                  <a:schemeClr val="tx1"/>
                </a:solidFill>
                <a:latin typeface="+mn-lt"/>
              </a:defRPr>
            </a:lvl1pPr>
          </a:lstStyle>
          <a:p>
            <a:pPr lvl="0"/>
            <a:r>
              <a:rPr lang="en-US" dirty="0"/>
              <a:t>##%</a:t>
            </a:r>
          </a:p>
        </p:txBody>
      </p:sp>
    </p:spTree>
    <p:extLst>
      <p:ext uri="{BB962C8B-B14F-4D97-AF65-F5344CB8AC3E}">
        <p14:creationId xmlns:p14="http://schemas.microsoft.com/office/powerpoint/2010/main" val="3667156823"/>
      </p:ext>
    </p:extLst>
  </p:cSld>
  <p:clrMapOvr>
    <a:overrideClrMapping bg1="dk1" tx1="lt1" bg2="dk2" tx2="lt2" accent1="accent1" accent2="accent2" accent3="accent3" accent4="accent4" accent5="accent5" accent6="accent6" hlink="hlink" folHlink="folHlink"/>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preserve="1">
  <p:cSld name="Statement">
    <p:spTree>
      <p:nvGrpSpPr>
        <p:cNvPr id="1" name=""/>
        <p:cNvGrpSpPr/>
        <p:nvPr/>
      </p:nvGrpSpPr>
      <p:grpSpPr>
        <a:xfrm>
          <a:off x="0" y="0"/>
          <a:ext cx="0" cy="0"/>
          <a:chOff x="0" y="0"/>
          <a:chExt cx="0" cy="0"/>
        </a:xfrm>
      </p:grpSpPr>
      <p:cxnSp>
        <p:nvCxnSpPr>
          <p:cNvPr id="51" name="Straight Connector 50">
            <a:extLst>
              <a:ext uri="{FF2B5EF4-FFF2-40B4-BE49-F238E27FC236}">
                <a16:creationId xmlns:a16="http://schemas.microsoft.com/office/drawing/2014/main" id="{0D627006-2F17-8195-85F1-6A04C935CD0A}"/>
              </a:ext>
            </a:extLst>
          </p:cNvPr>
          <p:cNvCxnSpPr/>
          <p:nvPr userDrawn="1"/>
        </p:nvCxnSpPr>
        <p:spPr>
          <a:xfrm>
            <a:off x="429209" y="164150"/>
            <a:ext cx="11762791"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2" name="Title 1">
            <a:extLst>
              <a:ext uri="{FF2B5EF4-FFF2-40B4-BE49-F238E27FC236}">
                <a16:creationId xmlns:a16="http://schemas.microsoft.com/office/drawing/2014/main" id="{A7221EB5-8556-FBD7-00D5-D69AC8E7E73A}"/>
              </a:ext>
            </a:extLst>
          </p:cNvPr>
          <p:cNvSpPr>
            <a:spLocks noGrp="1"/>
          </p:cNvSpPr>
          <p:nvPr>
            <p:ph type="title"/>
          </p:nvPr>
        </p:nvSpPr>
        <p:spPr>
          <a:xfrm>
            <a:off x="612648" y="-1133856"/>
            <a:ext cx="10652760" cy="1133856"/>
          </a:xfrm>
        </p:spPr>
        <p:txBody>
          <a:bodyPr/>
          <a:lstStyle>
            <a:lvl1pPr>
              <a:defRPr cap="none" baseline="0"/>
            </a:lvl1pPr>
          </a:lstStyle>
          <a:p>
            <a:r>
              <a:rPr lang="en-US" dirty="0"/>
              <a:t>Click to edit Master title style</a:t>
            </a:r>
          </a:p>
        </p:txBody>
      </p:sp>
      <p:sp>
        <p:nvSpPr>
          <p:cNvPr id="4" name="Footer Placeholder 3">
            <a:extLst>
              <a:ext uri="{FF2B5EF4-FFF2-40B4-BE49-F238E27FC236}">
                <a16:creationId xmlns:a16="http://schemas.microsoft.com/office/drawing/2014/main" id="{3D56E87B-2252-4382-E6E7-15A81BCC8029}"/>
              </a:ext>
            </a:extLst>
          </p:cNvPr>
          <p:cNvSpPr>
            <a:spLocks noGrp="1"/>
          </p:cNvSpPr>
          <p:nvPr>
            <p:ph type="ftr" sz="quarter" idx="11"/>
          </p:nvPr>
        </p:nvSpPr>
        <p:spPr/>
        <p:txBody>
          <a:bodyPr/>
          <a:lstStyle/>
          <a:p>
            <a:r>
              <a:rPr lang="en-US" dirty="0"/>
              <a:t>GROWTH MARKETING PLAN</a:t>
            </a:r>
          </a:p>
        </p:txBody>
      </p:sp>
      <p:sp>
        <p:nvSpPr>
          <p:cNvPr id="3" name="Date Placeholder 2">
            <a:extLst>
              <a:ext uri="{FF2B5EF4-FFF2-40B4-BE49-F238E27FC236}">
                <a16:creationId xmlns:a16="http://schemas.microsoft.com/office/drawing/2014/main" id="{67F688C7-1128-9027-65E4-A17BBE7DDDF0}"/>
              </a:ext>
            </a:extLst>
          </p:cNvPr>
          <p:cNvSpPr>
            <a:spLocks noGrp="1"/>
          </p:cNvSpPr>
          <p:nvPr>
            <p:ph type="dt" sz="half" idx="10"/>
          </p:nvPr>
        </p:nvSpPr>
        <p:spPr/>
        <p:txBody>
          <a:bodyPr/>
          <a:lstStyle/>
          <a:p>
            <a:fld id="{312BCB96-76D1-4464-9253-520F75095DE4}" type="datetime1">
              <a:rPr lang="en-US" smtClean="0"/>
              <a:t>7/28/2026</a:t>
            </a:fld>
            <a:endParaRPr lang="en-US" dirty="0"/>
          </a:p>
        </p:txBody>
      </p:sp>
      <p:sp>
        <p:nvSpPr>
          <p:cNvPr id="5" name="Slide Number Placeholder 4">
            <a:extLst>
              <a:ext uri="{FF2B5EF4-FFF2-40B4-BE49-F238E27FC236}">
                <a16:creationId xmlns:a16="http://schemas.microsoft.com/office/drawing/2014/main" id="{8C1C6A68-1AC4-7B10-CD66-D67327434E62}"/>
              </a:ext>
            </a:extLst>
          </p:cNvPr>
          <p:cNvSpPr>
            <a:spLocks noGrp="1"/>
          </p:cNvSpPr>
          <p:nvPr>
            <p:ph type="sldNum" sz="quarter" idx="12"/>
          </p:nvPr>
        </p:nvSpPr>
        <p:spPr/>
        <p:txBody>
          <a:bodyPr/>
          <a:lstStyle/>
          <a:p>
            <a:fld id="{CC057153-B650-4DEB-B370-79DDCFDCE934}" type="slidenum">
              <a:rPr lang="en-US" smtClean="0"/>
              <a:pPr/>
              <a:t>‹#›</a:t>
            </a:fld>
            <a:endParaRPr lang="en-US" dirty="0"/>
          </a:p>
        </p:txBody>
      </p:sp>
      <p:sp>
        <p:nvSpPr>
          <p:cNvPr id="7" name="Content Placeholder 6">
            <a:extLst>
              <a:ext uri="{FF2B5EF4-FFF2-40B4-BE49-F238E27FC236}">
                <a16:creationId xmlns:a16="http://schemas.microsoft.com/office/drawing/2014/main" id="{3E4E45FF-53F3-89B1-B969-C440DC819EF4}"/>
              </a:ext>
            </a:extLst>
          </p:cNvPr>
          <p:cNvSpPr>
            <a:spLocks noGrp="1"/>
          </p:cNvSpPr>
          <p:nvPr>
            <p:ph sz="quarter" idx="13" hasCustomPrompt="1"/>
          </p:nvPr>
        </p:nvSpPr>
        <p:spPr>
          <a:xfrm>
            <a:off x="634030" y="1001715"/>
            <a:ext cx="9424374" cy="5221280"/>
          </a:xfrm>
        </p:spPr>
        <p:txBody>
          <a:bodyPr anchor="ctr">
            <a:noAutofit/>
          </a:bodyPr>
          <a:lstStyle>
            <a:lvl1pPr marL="0" indent="0">
              <a:lnSpc>
                <a:spcPct val="100000"/>
              </a:lnSpc>
              <a:buNone/>
              <a:defRPr sz="4000" b="1" cap="all" baseline="0"/>
            </a:lvl1pPr>
            <a:lvl2pPr marL="228600" indent="0">
              <a:lnSpc>
                <a:spcPct val="100000"/>
              </a:lnSpc>
              <a:buNone/>
              <a:defRPr sz="4000" b="1" cap="all" baseline="0"/>
            </a:lvl2pPr>
            <a:lvl3pPr marL="457200" indent="0">
              <a:lnSpc>
                <a:spcPct val="100000"/>
              </a:lnSpc>
              <a:buNone/>
              <a:defRPr sz="4000" b="1" cap="all" baseline="0"/>
            </a:lvl3pPr>
            <a:lvl4pPr marL="685800" indent="0">
              <a:lnSpc>
                <a:spcPct val="100000"/>
              </a:lnSpc>
              <a:buNone/>
              <a:defRPr sz="4000" b="1" cap="all" baseline="0"/>
            </a:lvl4pPr>
            <a:lvl5pPr marL="914400" indent="0">
              <a:lnSpc>
                <a:spcPct val="100000"/>
              </a:lnSpc>
              <a:buNone/>
              <a:defRPr sz="4000" b="1" cap="all" baseline="0"/>
            </a:lvl5pPr>
          </a:lstStyle>
          <a:p>
            <a:pPr lvl="0"/>
            <a:r>
              <a:rPr lang="en-US" dirty="0"/>
              <a:t>CLICK TO add STATEMENT</a:t>
            </a:r>
          </a:p>
          <a:p>
            <a:pPr lvl="1"/>
            <a:r>
              <a:rPr lang="en-US" dirty="0"/>
              <a:t>SECOND LEVEL</a:t>
            </a:r>
          </a:p>
          <a:p>
            <a:pPr lvl="2"/>
            <a:r>
              <a:rPr lang="en-US" dirty="0"/>
              <a:t>THIRD LEVEL</a:t>
            </a:r>
          </a:p>
          <a:p>
            <a:pPr lvl="3"/>
            <a:r>
              <a:rPr lang="en-US" dirty="0"/>
              <a:t>FOURTH LEVEL</a:t>
            </a:r>
          </a:p>
          <a:p>
            <a:pPr lvl="4"/>
            <a:r>
              <a:rPr lang="en-US" dirty="0"/>
              <a:t>FIFTH LEVEL</a:t>
            </a:r>
          </a:p>
        </p:txBody>
      </p:sp>
      <p:cxnSp>
        <p:nvCxnSpPr>
          <p:cNvPr id="6" name="Straight Connector 5">
            <a:extLst>
              <a:ext uri="{FF2B5EF4-FFF2-40B4-BE49-F238E27FC236}">
                <a16:creationId xmlns:a16="http://schemas.microsoft.com/office/drawing/2014/main" id="{C6DC5F9A-93BE-3155-B9FF-4F2B904E7EDC}"/>
              </a:ext>
            </a:extLst>
          </p:cNvPr>
          <p:cNvCxnSpPr>
            <a:cxnSpLocks/>
          </p:cNvCxnSpPr>
          <p:nvPr userDrawn="1"/>
        </p:nvCxnSpPr>
        <p:spPr>
          <a:xfrm>
            <a:off x="429793" y="0"/>
            <a:ext cx="0" cy="6858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573460058"/>
      </p:ext>
    </p:extLst>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p:cSld name="Statement 2">
    <p:bg>
      <p:bgPr>
        <a:solidFill>
          <a:schemeClr val="accent1"/>
        </a:solidFill>
        <a:effectLst/>
      </p:bgPr>
    </p:bg>
    <p:spTree>
      <p:nvGrpSpPr>
        <p:cNvPr id="1" name=""/>
        <p:cNvGrpSpPr/>
        <p:nvPr/>
      </p:nvGrpSpPr>
      <p:grpSpPr>
        <a:xfrm>
          <a:off x="0" y="0"/>
          <a:ext cx="0" cy="0"/>
          <a:chOff x="0" y="0"/>
          <a:chExt cx="0" cy="0"/>
        </a:xfrm>
      </p:grpSpPr>
      <p:cxnSp>
        <p:nvCxnSpPr>
          <p:cNvPr id="8" name="Straight Connector 7">
            <a:extLst>
              <a:ext uri="{FF2B5EF4-FFF2-40B4-BE49-F238E27FC236}">
                <a16:creationId xmlns:a16="http://schemas.microsoft.com/office/drawing/2014/main" id="{EE1D5172-97DD-EE7A-066E-A8782AEFC905}"/>
              </a:ext>
            </a:extLst>
          </p:cNvPr>
          <p:cNvCxnSpPr/>
          <p:nvPr userDrawn="1"/>
        </p:nvCxnSpPr>
        <p:spPr>
          <a:xfrm>
            <a:off x="429209" y="164150"/>
            <a:ext cx="11762791"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2" name="Title 1">
            <a:extLst>
              <a:ext uri="{FF2B5EF4-FFF2-40B4-BE49-F238E27FC236}">
                <a16:creationId xmlns:a16="http://schemas.microsoft.com/office/drawing/2014/main" id="{A7221EB5-8556-FBD7-00D5-D69AC8E7E73A}"/>
              </a:ext>
            </a:extLst>
          </p:cNvPr>
          <p:cNvSpPr>
            <a:spLocks noGrp="1"/>
          </p:cNvSpPr>
          <p:nvPr>
            <p:ph type="title"/>
          </p:nvPr>
        </p:nvSpPr>
        <p:spPr>
          <a:xfrm>
            <a:off x="599396" y="-1133856"/>
            <a:ext cx="10652760" cy="1001330"/>
          </a:xfrm>
        </p:spPr>
        <p:txBody>
          <a:bodyPr/>
          <a:lstStyle>
            <a:lvl1pPr>
              <a:defRPr cap="none" baseline="0"/>
            </a:lvl1pPr>
          </a:lstStyle>
          <a:p>
            <a:r>
              <a:rPr lang="en-US" dirty="0"/>
              <a:t>Click to edit Master title style</a:t>
            </a:r>
          </a:p>
        </p:txBody>
      </p:sp>
      <p:sp>
        <p:nvSpPr>
          <p:cNvPr id="4" name="Footer Placeholder 3">
            <a:extLst>
              <a:ext uri="{FF2B5EF4-FFF2-40B4-BE49-F238E27FC236}">
                <a16:creationId xmlns:a16="http://schemas.microsoft.com/office/drawing/2014/main" id="{3D56E87B-2252-4382-E6E7-15A81BCC8029}"/>
              </a:ext>
            </a:extLst>
          </p:cNvPr>
          <p:cNvSpPr>
            <a:spLocks noGrp="1"/>
          </p:cNvSpPr>
          <p:nvPr>
            <p:ph type="ftr" sz="quarter" idx="11"/>
          </p:nvPr>
        </p:nvSpPr>
        <p:spPr/>
        <p:txBody>
          <a:bodyPr/>
          <a:lstStyle/>
          <a:p>
            <a:r>
              <a:rPr lang="en-US" dirty="0"/>
              <a:t>GROWTH MARKETING PLAN</a:t>
            </a:r>
          </a:p>
        </p:txBody>
      </p:sp>
      <p:sp>
        <p:nvSpPr>
          <p:cNvPr id="3" name="Date Placeholder 2">
            <a:extLst>
              <a:ext uri="{FF2B5EF4-FFF2-40B4-BE49-F238E27FC236}">
                <a16:creationId xmlns:a16="http://schemas.microsoft.com/office/drawing/2014/main" id="{67F688C7-1128-9027-65E4-A17BBE7DDDF0}"/>
              </a:ext>
            </a:extLst>
          </p:cNvPr>
          <p:cNvSpPr>
            <a:spLocks noGrp="1"/>
          </p:cNvSpPr>
          <p:nvPr>
            <p:ph type="dt" sz="half" idx="10"/>
          </p:nvPr>
        </p:nvSpPr>
        <p:spPr/>
        <p:txBody>
          <a:bodyPr/>
          <a:lstStyle/>
          <a:p>
            <a:fld id="{623F8BC6-0973-431F-9F88-90604F102123}" type="datetime1">
              <a:rPr lang="en-US" smtClean="0"/>
              <a:t>7/28/2026</a:t>
            </a:fld>
            <a:endParaRPr lang="en-US" dirty="0"/>
          </a:p>
        </p:txBody>
      </p:sp>
      <p:sp>
        <p:nvSpPr>
          <p:cNvPr id="5" name="Slide Number Placeholder 4">
            <a:extLst>
              <a:ext uri="{FF2B5EF4-FFF2-40B4-BE49-F238E27FC236}">
                <a16:creationId xmlns:a16="http://schemas.microsoft.com/office/drawing/2014/main" id="{8C1C6A68-1AC4-7B10-CD66-D67327434E62}"/>
              </a:ext>
            </a:extLst>
          </p:cNvPr>
          <p:cNvSpPr>
            <a:spLocks noGrp="1"/>
          </p:cNvSpPr>
          <p:nvPr>
            <p:ph type="sldNum" sz="quarter" idx="12"/>
          </p:nvPr>
        </p:nvSpPr>
        <p:spPr/>
        <p:txBody>
          <a:bodyPr/>
          <a:lstStyle/>
          <a:p>
            <a:fld id="{CC057153-B650-4DEB-B370-79DDCFDCE934}" type="slidenum">
              <a:rPr lang="en-US" smtClean="0"/>
              <a:pPr/>
              <a:t>‹#›</a:t>
            </a:fld>
            <a:endParaRPr lang="en-US" dirty="0"/>
          </a:p>
        </p:txBody>
      </p:sp>
      <p:sp>
        <p:nvSpPr>
          <p:cNvPr id="7" name="Content Placeholder 6">
            <a:extLst>
              <a:ext uri="{FF2B5EF4-FFF2-40B4-BE49-F238E27FC236}">
                <a16:creationId xmlns:a16="http://schemas.microsoft.com/office/drawing/2014/main" id="{3E4E45FF-53F3-89B1-B969-C440DC819EF4}"/>
              </a:ext>
            </a:extLst>
          </p:cNvPr>
          <p:cNvSpPr>
            <a:spLocks noGrp="1"/>
          </p:cNvSpPr>
          <p:nvPr>
            <p:ph sz="quarter" idx="13" hasCustomPrompt="1"/>
          </p:nvPr>
        </p:nvSpPr>
        <p:spPr>
          <a:xfrm>
            <a:off x="599396" y="1001715"/>
            <a:ext cx="9459008" cy="5378062"/>
          </a:xfrm>
        </p:spPr>
        <p:txBody>
          <a:bodyPr anchor="b">
            <a:noAutofit/>
          </a:bodyPr>
          <a:lstStyle>
            <a:lvl1pPr marL="0" indent="0">
              <a:lnSpc>
                <a:spcPct val="90000"/>
              </a:lnSpc>
              <a:buNone/>
              <a:defRPr sz="4000" b="1" cap="all" baseline="0">
                <a:latin typeface="+mn-lt"/>
              </a:defRPr>
            </a:lvl1pPr>
            <a:lvl2pPr marL="228600" indent="0">
              <a:lnSpc>
                <a:spcPct val="90000"/>
              </a:lnSpc>
              <a:buNone/>
              <a:defRPr sz="4000" b="1" cap="all" baseline="0">
                <a:latin typeface="+mn-lt"/>
              </a:defRPr>
            </a:lvl2pPr>
            <a:lvl3pPr marL="457200" indent="0">
              <a:lnSpc>
                <a:spcPct val="90000"/>
              </a:lnSpc>
              <a:buNone/>
              <a:defRPr sz="4000" b="1" cap="all" baseline="0">
                <a:latin typeface="+mn-lt"/>
              </a:defRPr>
            </a:lvl3pPr>
            <a:lvl4pPr marL="685800" indent="0">
              <a:lnSpc>
                <a:spcPct val="90000"/>
              </a:lnSpc>
              <a:buNone/>
              <a:defRPr sz="4000" b="1" cap="all" baseline="0">
                <a:latin typeface="+mn-lt"/>
              </a:defRPr>
            </a:lvl4pPr>
            <a:lvl5pPr marL="914400" indent="0">
              <a:lnSpc>
                <a:spcPct val="90000"/>
              </a:lnSpc>
              <a:buNone/>
              <a:defRPr sz="4000" b="1" cap="all" baseline="0">
                <a:latin typeface="+mn-lt"/>
              </a:defRPr>
            </a:lvl5pPr>
          </a:lstStyle>
          <a:p>
            <a:pPr lvl="0"/>
            <a:r>
              <a:rPr lang="en-US" dirty="0"/>
              <a:t>CLICK TO add STATEMENT</a:t>
            </a:r>
          </a:p>
          <a:p>
            <a:pPr lvl="1"/>
            <a:r>
              <a:rPr lang="en-US" dirty="0"/>
              <a:t>SECOND LEVEL</a:t>
            </a:r>
          </a:p>
          <a:p>
            <a:pPr lvl="2"/>
            <a:r>
              <a:rPr lang="en-US" dirty="0"/>
              <a:t>THIRD LEVEL</a:t>
            </a:r>
          </a:p>
          <a:p>
            <a:pPr lvl="3"/>
            <a:r>
              <a:rPr lang="en-US" dirty="0"/>
              <a:t>FOURTH LEVEL</a:t>
            </a:r>
          </a:p>
          <a:p>
            <a:pPr lvl="4"/>
            <a:r>
              <a:rPr lang="en-US" dirty="0"/>
              <a:t>FIFTH LEVEL</a:t>
            </a:r>
          </a:p>
        </p:txBody>
      </p:sp>
      <p:cxnSp>
        <p:nvCxnSpPr>
          <p:cNvPr id="6" name="Straight Connector 5">
            <a:extLst>
              <a:ext uri="{FF2B5EF4-FFF2-40B4-BE49-F238E27FC236}">
                <a16:creationId xmlns:a16="http://schemas.microsoft.com/office/drawing/2014/main" id="{4993CE3A-3702-5441-A16B-15475B1AC32C}"/>
              </a:ext>
            </a:extLst>
          </p:cNvPr>
          <p:cNvCxnSpPr>
            <a:cxnSpLocks/>
          </p:cNvCxnSpPr>
          <p:nvPr userDrawn="1"/>
        </p:nvCxnSpPr>
        <p:spPr>
          <a:xfrm>
            <a:off x="429793" y="0"/>
            <a:ext cx="0" cy="6858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930191283"/>
      </p:ext>
    </p:extLst>
  </p:cSld>
  <p:clrMapOvr>
    <a:masterClrMapping/>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preserve="1">
  <p:cSld name="Statement 3">
    <p:spTree>
      <p:nvGrpSpPr>
        <p:cNvPr id="1" name=""/>
        <p:cNvGrpSpPr/>
        <p:nvPr/>
      </p:nvGrpSpPr>
      <p:grpSpPr>
        <a:xfrm>
          <a:off x="0" y="0"/>
          <a:ext cx="0" cy="0"/>
          <a:chOff x="0" y="0"/>
          <a:chExt cx="0" cy="0"/>
        </a:xfrm>
      </p:grpSpPr>
      <p:cxnSp>
        <p:nvCxnSpPr>
          <p:cNvPr id="8" name="Straight Connector 7">
            <a:extLst>
              <a:ext uri="{FF2B5EF4-FFF2-40B4-BE49-F238E27FC236}">
                <a16:creationId xmlns:a16="http://schemas.microsoft.com/office/drawing/2014/main" id="{3F5B07A5-D0B6-BEDF-13F7-7E32618B6773}"/>
              </a:ext>
            </a:extLst>
          </p:cNvPr>
          <p:cNvCxnSpPr/>
          <p:nvPr userDrawn="1"/>
        </p:nvCxnSpPr>
        <p:spPr>
          <a:xfrm>
            <a:off x="429209" y="164150"/>
            <a:ext cx="11762791"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2" name="Title 1">
            <a:extLst>
              <a:ext uri="{FF2B5EF4-FFF2-40B4-BE49-F238E27FC236}">
                <a16:creationId xmlns:a16="http://schemas.microsoft.com/office/drawing/2014/main" id="{A7221EB5-8556-FBD7-00D5-D69AC8E7E73A}"/>
              </a:ext>
            </a:extLst>
          </p:cNvPr>
          <p:cNvSpPr>
            <a:spLocks noGrp="1"/>
          </p:cNvSpPr>
          <p:nvPr>
            <p:ph type="title"/>
          </p:nvPr>
        </p:nvSpPr>
        <p:spPr>
          <a:xfrm>
            <a:off x="612648" y="-1133856"/>
            <a:ext cx="10652760" cy="1133856"/>
          </a:xfrm>
        </p:spPr>
        <p:txBody>
          <a:bodyPr/>
          <a:lstStyle>
            <a:lvl1pPr>
              <a:defRPr cap="none" baseline="0"/>
            </a:lvl1pPr>
          </a:lstStyle>
          <a:p>
            <a:r>
              <a:rPr lang="en-US" dirty="0"/>
              <a:t>Click to edit Master title style</a:t>
            </a:r>
          </a:p>
        </p:txBody>
      </p:sp>
      <p:sp>
        <p:nvSpPr>
          <p:cNvPr id="4" name="Footer Placeholder 3">
            <a:extLst>
              <a:ext uri="{FF2B5EF4-FFF2-40B4-BE49-F238E27FC236}">
                <a16:creationId xmlns:a16="http://schemas.microsoft.com/office/drawing/2014/main" id="{3D56E87B-2252-4382-E6E7-15A81BCC8029}"/>
              </a:ext>
            </a:extLst>
          </p:cNvPr>
          <p:cNvSpPr>
            <a:spLocks noGrp="1"/>
          </p:cNvSpPr>
          <p:nvPr>
            <p:ph type="ftr" sz="quarter" idx="11"/>
          </p:nvPr>
        </p:nvSpPr>
        <p:spPr/>
        <p:txBody>
          <a:bodyPr/>
          <a:lstStyle/>
          <a:p>
            <a:r>
              <a:rPr lang="en-US" dirty="0"/>
              <a:t>GROWTH MARKETING PLAN</a:t>
            </a:r>
          </a:p>
        </p:txBody>
      </p:sp>
      <p:sp>
        <p:nvSpPr>
          <p:cNvPr id="3" name="Date Placeholder 2">
            <a:extLst>
              <a:ext uri="{FF2B5EF4-FFF2-40B4-BE49-F238E27FC236}">
                <a16:creationId xmlns:a16="http://schemas.microsoft.com/office/drawing/2014/main" id="{67F688C7-1128-9027-65E4-A17BBE7DDDF0}"/>
              </a:ext>
            </a:extLst>
          </p:cNvPr>
          <p:cNvSpPr>
            <a:spLocks noGrp="1"/>
          </p:cNvSpPr>
          <p:nvPr>
            <p:ph type="dt" sz="half" idx="10"/>
          </p:nvPr>
        </p:nvSpPr>
        <p:spPr/>
        <p:txBody>
          <a:bodyPr/>
          <a:lstStyle/>
          <a:p>
            <a:fld id="{8340309F-82F1-48B4-8AF1-7FAFA4EA46A8}" type="datetime1">
              <a:rPr lang="en-US" smtClean="0"/>
              <a:t>7/28/2026</a:t>
            </a:fld>
            <a:endParaRPr lang="en-US" dirty="0"/>
          </a:p>
        </p:txBody>
      </p:sp>
      <p:sp>
        <p:nvSpPr>
          <p:cNvPr id="5" name="Slide Number Placeholder 4">
            <a:extLst>
              <a:ext uri="{FF2B5EF4-FFF2-40B4-BE49-F238E27FC236}">
                <a16:creationId xmlns:a16="http://schemas.microsoft.com/office/drawing/2014/main" id="{8C1C6A68-1AC4-7B10-CD66-D67327434E62}"/>
              </a:ext>
            </a:extLst>
          </p:cNvPr>
          <p:cNvSpPr>
            <a:spLocks noGrp="1"/>
          </p:cNvSpPr>
          <p:nvPr>
            <p:ph type="sldNum" sz="quarter" idx="12"/>
          </p:nvPr>
        </p:nvSpPr>
        <p:spPr/>
        <p:txBody>
          <a:bodyPr/>
          <a:lstStyle/>
          <a:p>
            <a:fld id="{CC057153-B650-4DEB-B370-79DDCFDCE934}" type="slidenum">
              <a:rPr lang="en-US" smtClean="0"/>
              <a:pPr/>
              <a:t>‹#›</a:t>
            </a:fld>
            <a:endParaRPr lang="en-US" dirty="0"/>
          </a:p>
        </p:txBody>
      </p:sp>
      <p:sp>
        <p:nvSpPr>
          <p:cNvPr id="7" name="Content Placeholder 6">
            <a:extLst>
              <a:ext uri="{FF2B5EF4-FFF2-40B4-BE49-F238E27FC236}">
                <a16:creationId xmlns:a16="http://schemas.microsoft.com/office/drawing/2014/main" id="{3E4E45FF-53F3-89B1-B969-C440DC819EF4}"/>
              </a:ext>
            </a:extLst>
          </p:cNvPr>
          <p:cNvSpPr>
            <a:spLocks noGrp="1"/>
          </p:cNvSpPr>
          <p:nvPr>
            <p:ph sz="quarter" idx="13" hasCustomPrompt="1"/>
          </p:nvPr>
        </p:nvSpPr>
        <p:spPr>
          <a:xfrm>
            <a:off x="633479" y="1001713"/>
            <a:ext cx="10924473" cy="5378063"/>
          </a:xfrm>
        </p:spPr>
        <p:txBody>
          <a:bodyPr anchor="b">
            <a:noAutofit/>
          </a:bodyPr>
          <a:lstStyle>
            <a:lvl1pPr marL="0" indent="0">
              <a:lnSpc>
                <a:spcPct val="100000"/>
              </a:lnSpc>
              <a:buNone/>
              <a:defRPr sz="4000" b="0" i="0" cap="all" baseline="0">
                <a:latin typeface="+mn-lt"/>
              </a:defRPr>
            </a:lvl1pPr>
            <a:lvl2pPr marL="228600" indent="0">
              <a:lnSpc>
                <a:spcPct val="100000"/>
              </a:lnSpc>
              <a:buNone/>
              <a:defRPr sz="4000" b="0" i="0" cap="all" baseline="0">
                <a:latin typeface="+mn-lt"/>
              </a:defRPr>
            </a:lvl2pPr>
            <a:lvl3pPr marL="457200" indent="0">
              <a:lnSpc>
                <a:spcPct val="100000"/>
              </a:lnSpc>
              <a:buNone/>
              <a:defRPr sz="4000" b="0" i="0" cap="all" baseline="0">
                <a:latin typeface="+mn-lt"/>
              </a:defRPr>
            </a:lvl3pPr>
            <a:lvl4pPr marL="685800" indent="0">
              <a:lnSpc>
                <a:spcPct val="100000"/>
              </a:lnSpc>
              <a:buNone/>
              <a:defRPr sz="4000" b="0" i="0" cap="all" baseline="0">
                <a:latin typeface="+mn-lt"/>
              </a:defRPr>
            </a:lvl4pPr>
            <a:lvl5pPr marL="914400" indent="0">
              <a:lnSpc>
                <a:spcPct val="100000"/>
              </a:lnSpc>
              <a:buNone/>
              <a:defRPr sz="4000" b="0" i="0" cap="all" baseline="0">
                <a:latin typeface="+mn-lt"/>
              </a:defRPr>
            </a:lvl5pPr>
          </a:lstStyle>
          <a:p>
            <a:pPr lvl="0"/>
            <a:r>
              <a:rPr lang="en-US" dirty="0"/>
              <a:t>Click to add statement</a:t>
            </a:r>
          </a:p>
          <a:p>
            <a:pPr lvl="1"/>
            <a:r>
              <a:rPr lang="en-US" dirty="0"/>
              <a:t>Second level</a:t>
            </a:r>
          </a:p>
          <a:p>
            <a:pPr lvl="2"/>
            <a:r>
              <a:rPr lang="en-US" dirty="0"/>
              <a:t>Third level</a:t>
            </a:r>
          </a:p>
          <a:p>
            <a:pPr lvl="3"/>
            <a:r>
              <a:rPr lang="en-US" dirty="0"/>
              <a:t>Fourth level</a:t>
            </a:r>
          </a:p>
          <a:p>
            <a:pPr lvl="4"/>
            <a:r>
              <a:rPr lang="en-US" dirty="0"/>
              <a:t>Fifth level</a:t>
            </a:r>
          </a:p>
        </p:txBody>
      </p:sp>
      <p:cxnSp>
        <p:nvCxnSpPr>
          <p:cNvPr id="6" name="Straight Connector 5">
            <a:extLst>
              <a:ext uri="{FF2B5EF4-FFF2-40B4-BE49-F238E27FC236}">
                <a16:creationId xmlns:a16="http://schemas.microsoft.com/office/drawing/2014/main" id="{3E71C1F5-4C28-1974-E5FE-84A75C2718B0}"/>
              </a:ext>
            </a:extLst>
          </p:cNvPr>
          <p:cNvCxnSpPr>
            <a:cxnSpLocks/>
          </p:cNvCxnSpPr>
          <p:nvPr userDrawn="1"/>
        </p:nvCxnSpPr>
        <p:spPr>
          <a:xfrm>
            <a:off x="429793" y="0"/>
            <a:ext cx="0" cy="6858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836765044"/>
      </p:ext>
    </p:extLst>
  </p:cSld>
  <p:clrMapOvr>
    <a:masterClrMapping/>
  </p:clrMapOvr>
</p:sldLayout>
</file>

<file path=ppt/slideLayouts/slideLayout40.xml><?xml version="1.0" encoding="utf-8"?>
<p:sldLayout xmlns:a="http://schemas.openxmlformats.org/drawingml/2006/main" xmlns:r="http://schemas.openxmlformats.org/officeDocument/2006/relationships" xmlns:p="http://schemas.openxmlformats.org/presentationml/2006/main" preserve="1">
  <p:cSld name="Quote">
    <p:spTree>
      <p:nvGrpSpPr>
        <p:cNvPr id="1" name=""/>
        <p:cNvGrpSpPr/>
        <p:nvPr/>
      </p:nvGrpSpPr>
      <p:grpSpPr>
        <a:xfrm>
          <a:off x="0" y="0"/>
          <a:ext cx="0" cy="0"/>
          <a:chOff x="0" y="0"/>
          <a:chExt cx="0" cy="0"/>
        </a:xfrm>
      </p:grpSpPr>
      <p:cxnSp>
        <p:nvCxnSpPr>
          <p:cNvPr id="8" name="Straight Connector 7">
            <a:extLst>
              <a:ext uri="{FF2B5EF4-FFF2-40B4-BE49-F238E27FC236}">
                <a16:creationId xmlns:a16="http://schemas.microsoft.com/office/drawing/2014/main" id="{8C518A1F-ACCA-80D1-B725-434280AEC752}"/>
              </a:ext>
            </a:extLst>
          </p:cNvPr>
          <p:cNvCxnSpPr/>
          <p:nvPr userDrawn="1"/>
        </p:nvCxnSpPr>
        <p:spPr>
          <a:xfrm>
            <a:off x="429209" y="164150"/>
            <a:ext cx="11762791"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2" name="Title 1">
            <a:extLst>
              <a:ext uri="{FF2B5EF4-FFF2-40B4-BE49-F238E27FC236}">
                <a16:creationId xmlns:a16="http://schemas.microsoft.com/office/drawing/2014/main" id="{D212FA0A-1F7B-DD41-ECED-02B60BC46B10}"/>
              </a:ext>
            </a:extLst>
          </p:cNvPr>
          <p:cNvSpPr>
            <a:spLocks noGrp="1"/>
          </p:cNvSpPr>
          <p:nvPr>
            <p:ph type="title" hasCustomPrompt="1"/>
          </p:nvPr>
        </p:nvSpPr>
        <p:spPr>
          <a:xfrm>
            <a:off x="634029" y="5907727"/>
            <a:ext cx="9980960" cy="381000"/>
          </a:xfrm>
        </p:spPr>
        <p:txBody>
          <a:bodyPr anchor="b">
            <a:normAutofit/>
          </a:bodyPr>
          <a:lstStyle>
            <a:lvl1pPr>
              <a:lnSpc>
                <a:spcPct val="120000"/>
              </a:lnSpc>
              <a:defRPr sz="1600" b="0" i="0" cap="none" baseline="0">
                <a:solidFill>
                  <a:schemeClr val="tx1"/>
                </a:solidFill>
                <a:latin typeface="+mj-lt"/>
              </a:defRPr>
            </a:lvl1pPr>
          </a:lstStyle>
          <a:p>
            <a:r>
              <a:rPr lang="en-US" dirty="0"/>
              <a:t>Quote Author</a:t>
            </a:r>
          </a:p>
        </p:txBody>
      </p:sp>
      <p:sp>
        <p:nvSpPr>
          <p:cNvPr id="4" name="Footer Placeholder 3">
            <a:extLst>
              <a:ext uri="{FF2B5EF4-FFF2-40B4-BE49-F238E27FC236}">
                <a16:creationId xmlns:a16="http://schemas.microsoft.com/office/drawing/2014/main" id="{B23912E3-7555-EAAB-BE83-59ED3B5C9E5B}"/>
              </a:ext>
            </a:extLst>
          </p:cNvPr>
          <p:cNvSpPr>
            <a:spLocks noGrp="1"/>
          </p:cNvSpPr>
          <p:nvPr>
            <p:ph type="ftr" sz="quarter" idx="11"/>
          </p:nvPr>
        </p:nvSpPr>
        <p:spPr/>
        <p:txBody>
          <a:bodyPr/>
          <a:lstStyle/>
          <a:p>
            <a:r>
              <a:rPr lang="en-US" dirty="0"/>
              <a:t>GROWTH MARKETING PLAN</a:t>
            </a:r>
          </a:p>
        </p:txBody>
      </p:sp>
      <p:sp>
        <p:nvSpPr>
          <p:cNvPr id="3" name="Date Placeholder 2">
            <a:extLst>
              <a:ext uri="{FF2B5EF4-FFF2-40B4-BE49-F238E27FC236}">
                <a16:creationId xmlns:a16="http://schemas.microsoft.com/office/drawing/2014/main" id="{C344C372-F7FA-5AA5-92C1-CF476A26623E}"/>
              </a:ext>
            </a:extLst>
          </p:cNvPr>
          <p:cNvSpPr>
            <a:spLocks noGrp="1"/>
          </p:cNvSpPr>
          <p:nvPr>
            <p:ph type="dt" sz="half" idx="10"/>
          </p:nvPr>
        </p:nvSpPr>
        <p:spPr/>
        <p:txBody>
          <a:bodyPr/>
          <a:lstStyle/>
          <a:p>
            <a:fld id="{F2657C51-8093-4086-9EBD-6F9D3CF38435}" type="datetime1">
              <a:rPr lang="en-US" smtClean="0"/>
              <a:t>7/28/2026</a:t>
            </a:fld>
            <a:endParaRPr lang="en-US" dirty="0"/>
          </a:p>
        </p:txBody>
      </p:sp>
      <p:sp>
        <p:nvSpPr>
          <p:cNvPr id="5" name="Slide Number Placeholder 4">
            <a:extLst>
              <a:ext uri="{FF2B5EF4-FFF2-40B4-BE49-F238E27FC236}">
                <a16:creationId xmlns:a16="http://schemas.microsoft.com/office/drawing/2014/main" id="{C6EAECF6-9F03-4C12-4BD4-4E8AE63A4F3A}"/>
              </a:ext>
            </a:extLst>
          </p:cNvPr>
          <p:cNvSpPr>
            <a:spLocks noGrp="1"/>
          </p:cNvSpPr>
          <p:nvPr>
            <p:ph type="sldNum" sz="quarter" idx="12"/>
          </p:nvPr>
        </p:nvSpPr>
        <p:spPr/>
        <p:txBody>
          <a:bodyPr/>
          <a:lstStyle/>
          <a:p>
            <a:fld id="{CC057153-B650-4DEB-B370-79DDCFDCE934}" type="slidenum">
              <a:rPr lang="en-US" smtClean="0"/>
              <a:t>‹#›</a:t>
            </a:fld>
            <a:endParaRPr lang="en-US" dirty="0"/>
          </a:p>
        </p:txBody>
      </p:sp>
      <p:sp>
        <p:nvSpPr>
          <p:cNvPr id="7" name="Content Placeholder 6">
            <a:extLst>
              <a:ext uri="{FF2B5EF4-FFF2-40B4-BE49-F238E27FC236}">
                <a16:creationId xmlns:a16="http://schemas.microsoft.com/office/drawing/2014/main" id="{A14BE2EA-8E1E-E2DA-5CCF-46908B013BF2}"/>
              </a:ext>
            </a:extLst>
          </p:cNvPr>
          <p:cNvSpPr>
            <a:spLocks noGrp="1"/>
          </p:cNvSpPr>
          <p:nvPr>
            <p:ph sz="quarter" idx="13" hasCustomPrompt="1"/>
          </p:nvPr>
        </p:nvSpPr>
        <p:spPr>
          <a:xfrm>
            <a:off x="634030" y="1001717"/>
            <a:ext cx="9980960" cy="3726808"/>
          </a:xfrm>
        </p:spPr>
        <p:txBody>
          <a:bodyPr anchor="t">
            <a:normAutofit/>
          </a:bodyPr>
          <a:lstStyle>
            <a:lvl1pPr marL="164592" indent="-164592">
              <a:lnSpc>
                <a:spcPct val="100000"/>
              </a:lnSpc>
              <a:spcBef>
                <a:spcPts val="0"/>
              </a:spcBef>
              <a:buNone/>
              <a:defRPr sz="4000" b="0" i="0" cap="all" baseline="0">
                <a:solidFill>
                  <a:schemeClr val="tx1"/>
                </a:solidFill>
                <a:latin typeface="+mn-lt"/>
              </a:defRPr>
            </a:lvl1pPr>
          </a:lstStyle>
          <a:p>
            <a:pPr lvl="0"/>
            <a:r>
              <a:rPr lang="en-US" dirty="0"/>
              <a:t>CLICK TO add QUOTE</a:t>
            </a:r>
          </a:p>
        </p:txBody>
      </p:sp>
      <p:cxnSp>
        <p:nvCxnSpPr>
          <p:cNvPr id="6" name="Straight Connector 5">
            <a:extLst>
              <a:ext uri="{FF2B5EF4-FFF2-40B4-BE49-F238E27FC236}">
                <a16:creationId xmlns:a16="http://schemas.microsoft.com/office/drawing/2014/main" id="{1EDBAF72-4C6A-14D9-5801-64F0FA350F7C}"/>
              </a:ext>
            </a:extLst>
          </p:cNvPr>
          <p:cNvCxnSpPr>
            <a:cxnSpLocks/>
          </p:cNvCxnSpPr>
          <p:nvPr userDrawn="1"/>
        </p:nvCxnSpPr>
        <p:spPr>
          <a:xfrm>
            <a:off x="429793" y="0"/>
            <a:ext cx="0" cy="6858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891905167"/>
      </p:ext>
    </p:extLst>
  </p:cSld>
  <p:clrMapOvr>
    <a:masterClrMapping/>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preserve="1">
  <p:cSld name="Quote 2">
    <p:bg>
      <p:bgPr>
        <a:solidFill>
          <a:schemeClr val="accent1"/>
        </a:solidFill>
        <a:effectLst/>
      </p:bgPr>
    </p:bg>
    <p:spTree>
      <p:nvGrpSpPr>
        <p:cNvPr id="1" name=""/>
        <p:cNvGrpSpPr/>
        <p:nvPr/>
      </p:nvGrpSpPr>
      <p:grpSpPr>
        <a:xfrm>
          <a:off x="0" y="0"/>
          <a:ext cx="0" cy="0"/>
          <a:chOff x="0" y="0"/>
          <a:chExt cx="0" cy="0"/>
        </a:xfrm>
      </p:grpSpPr>
      <p:cxnSp>
        <p:nvCxnSpPr>
          <p:cNvPr id="6" name="Straight Connector 5">
            <a:extLst>
              <a:ext uri="{FF2B5EF4-FFF2-40B4-BE49-F238E27FC236}">
                <a16:creationId xmlns:a16="http://schemas.microsoft.com/office/drawing/2014/main" id="{4FD47CB2-2DC0-2D1C-3E20-3B23C0394451}"/>
              </a:ext>
            </a:extLst>
          </p:cNvPr>
          <p:cNvCxnSpPr/>
          <p:nvPr userDrawn="1"/>
        </p:nvCxnSpPr>
        <p:spPr>
          <a:xfrm>
            <a:off x="429209" y="164150"/>
            <a:ext cx="11762791" cy="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sp>
        <p:nvSpPr>
          <p:cNvPr id="2" name="Title 1">
            <a:extLst>
              <a:ext uri="{FF2B5EF4-FFF2-40B4-BE49-F238E27FC236}">
                <a16:creationId xmlns:a16="http://schemas.microsoft.com/office/drawing/2014/main" id="{D212FA0A-1F7B-DD41-ECED-02B60BC46B10}"/>
              </a:ext>
            </a:extLst>
          </p:cNvPr>
          <p:cNvSpPr>
            <a:spLocks noGrp="1"/>
          </p:cNvSpPr>
          <p:nvPr>
            <p:ph type="title" hasCustomPrompt="1"/>
          </p:nvPr>
        </p:nvSpPr>
        <p:spPr>
          <a:xfrm>
            <a:off x="634028" y="5815584"/>
            <a:ext cx="10923925" cy="511644"/>
          </a:xfrm>
        </p:spPr>
        <p:txBody>
          <a:bodyPr anchor="b">
            <a:noAutofit/>
          </a:bodyPr>
          <a:lstStyle>
            <a:lvl1pPr>
              <a:lnSpc>
                <a:spcPct val="120000"/>
              </a:lnSpc>
              <a:defRPr sz="1600" b="0" i="0" cap="none" baseline="0">
                <a:solidFill>
                  <a:schemeClr val="bg1"/>
                </a:solidFill>
                <a:latin typeface="+mj-lt"/>
              </a:defRPr>
            </a:lvl1pPr>
          </a:lstStyle>
          <a:p>
            <a:r>
              <a:rPr lang="en-US" dirty="0"/>
              <a:t>Quote Author</a:t>
            </a:r>
          </a:p>
        </p:txBody>
      </p:sp>
      <p:sp>
        <p:nvSpPr>
          <p:cNvPr id="4" name="Footer Placeholder 3">
            <a:extLst>
              <a:ext uri="{FF2B5EF4-FFF2-40B4-BE49-F238E27FC236}">
                <a16:creationId xmlns:a16="http://schemas.microsoft.com/office/drawing/2014/main" id="{B23912E3-7555-EAAB-BE83-59ED3B5C9E5B}"/>
              </a:ext>
            </a:extLst>
          </p:cNvPr>
          <p:cNvSpPr>
            <a:spLocks noGrp="1"/>
          </p:cNvSpPr>
          <p:nvPr>
            <p:ph type="ftr" sz="quarter" idx="11"/>
          </p:nvPr>
        </p:nvSpPr>
        <p:spPr/>
        <p:txBody>
          <a:bodyPr/>
          <a:lstStyle>
            <a:lvl1pPr>
              <a:defRPr>
                <a:solidFill>
                  <a:schemeClr val="bg1"/>
                </a:solidFill>
              </a:defRPr>
            </a:lvl1pPr>
          </a:lstStyle>
          <a:p>
            <a:r>
              <a:rPr lang="en-US" dirty="0"/>
              <a:t>GROWTH MARKETING PLAN</a:t>
            </a:r>
          </a:p>
        </p:txBody>
      </p:sp>
      <p:sp>
        <p:nvSpPr>
          <p:cNvPr id="3" name="Date Placeholder 2">
            <a:extLst>
              <a:ext uri="{FF2B5EF4-FFF2-40B4-BE49-F238E27FC236}">
                <a16:creationId xmlns:a16="http://schemas.microsoft.com/office/drawing/2014/main" id="{C344C372-F7FA-5AA5-92C1-CF476A26623E}"/>
              </a:ext>
            </a:extLst>
          </p:cNvPr>
          <p:cNvSpPr>
            <a:spLocks noGrp="1"/>
          </p:cNvSpPr>
          <p:nvPr>
            <p:ph type="dt" sz="half" idx="10"/>
          </p:nvPr>
        </p:nvSpPr>
        <p:spPr/>
        <p:txBody>
          <a:bodyPr/>
          <a:lstStyle>
            <a:lvl1pPr>
              <a:defRPr>
                <a:solidFill>
                  <a:schemeClr val="bg1"/>
                </a:solidFill>
              </a:defRPr>
            </a:lvl1pPr>
          </a:lstStyle>
          <a:p>
            <a:fld id="{83B3AEC4-477A-480C-8C3E-559E8B429188}" type="datetime1">
              <a:rPr lang="en-US" smtClean="0"/>
              <a:pPr/>
              <a:t>7/28/2026</a:t>
            </a:fld>
            <a:endParaRPr lang="en-US" dirty="0"/>
          </a:p>
        </p:txBody>
      </p:sp>
      <p:sp>
        <p:nvSpPr>
          <p:cNvPr id="5" name="Slide Number Placeholder 4">
            <a:extLst>
              <a:ext uri="{FF2B5EF4-FFF2-40B4-BE49-F238E27FC236}">
                <a16:creationId xmlns:a16="http://schemas.microsoft.com/office/drawing/2014/main" id="{C6EAECF6-9F03-4C12-4BD4-4E8AE63A4F3A}"/>
              </a:ext>
            </a:extLst>
          </p:cNvPr>
          <p:cNvSpPr>
            <a:spLocks noGrp="1"/>
          </p:cNvSpPr>
          <p:nvPr>
            <p:ph type="sldNum" sz="quarter" idx="12"/>
          </p:nvPr>
        </p:nvSpPr>
        <p:spPr/>
        <p:txBody>
          <a:bodyPr/>
          <a:lstStyle>
            <a:lvl1pPr>
              <a:defRPr>
                <a:solidFill>
                  <a:schemeClr val="bg1"/>
                </a:solidFill>
              </a:defRPr>
            </a:lvl1pPr>
          </a:lstStyle>
          <a:p>
            <a:fld id="{CC057153-B650-4DEB-B370-79DDCFDCE934}" type="slidenum">
              <a:rPr lang="en-US" smtClean="0"/>
              <a:pPr/>
              <a:t>‹#›</a:t>
            </a:fld>
            <a:endParaRPr lang="en-US" dirty="0"/>
          </a:p>
        </p:txBody>
      </p:sp>
      <p:sp>
        <p:nvSpPr>
          <p:cNvPr id="7" name="Content Placeholder 6">
            <a:extLst>
              <a:ext uri="{FF2B5EF4-FFF2-40B4-BE49-F238E27FC236}">
                <a16:creationId xmlns:a16="http://schemas.microsoft.com/office/drawing/2014/main" id="{A14BE2EA-8E1E-E2DA-5CCF-46908B013BF2}"/>
              </a:ext>
            </a:extLst>
          </p:cNvPr>
          <p:cNvSpPr>
            <a:spLocks noGrp="1"/>
          </p:cNvSpPr>
          <p:nvPr>
            <p:ph sz="quarter" idx="13" hasCustomPrompt="1"/>
          </p:nvPr>
        </p:nvSpPr>
        <p:spPr>
          <a:xfrm>
            <a:off x="634029" y="1042416"/>
            <a:ext cx="10923925" cy="4037312"/>
          </a:xfrm>
        </p:spPr>
        <p:txBody>
          <a:bodyPr anchor="t">
            <a:normAutofit/>
          </a:bodyPr>
          <a:lstStyle>
            <a:lvl1pPr marL="164592" indent="-164592">
              <a:lnSpc>
                <a:spcPct val="100000"/>
              </a:lnSpc>
              <a:spcBef>
                <a:spcPts val="0"/>
              </a:spcBef>
              <a:buNone/>
              <a:defRPr sz="4000" b="0" i="0" cap="all" baseline="0">
                <a:solidFill>
                  <a:schemeClr val="bg1"/>
                </a:solidFill>
                <a:latin typeface="+mn-lt"/>
              </a:defRPr>
            </a:lvl1pPr>
          </a:lstStyle>
          <a:p>
            <a:pPr lvl="0"/>
            <a:r>
              <a:rPr lang="en-US" dirty="0"/>
              <a:t>CLICK TO add QUOTE</a:t>
            </a:r>
          </a:p>
        </p:txBody>
      </p:sp>
      <p:cxnSp>
        <p:nvCxnSpPr>
          <p:cNvPr id="8" name="Straight Connector 7">
            <a:extLst>
              <a:ext uri="{FF2B5EF4-FFF2-40B4-BE49-F238E27FC236}">
                <a16:creationId xmlns:a16="http://schemas.microsoft.com/office/drawing/2014/main" id="{315DE24C-5070-BB46-4081-8ED244198E0F}"/>
              </a:ext>
            </a:extLst>
          </p:cNvPr>
          <p:cNvCxnSpPr>
            <a:cxnSpLocks/>
          </p:cNvCxnSpPr>
          <p:nvPr userDrawn="1"/>
        </p:nvCxnSpPr>
        <p:spPr>
          <a:xfrm>
            <a:off x="429793" y="0"/>
            <a:ext cx="0" cy="6858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279516171"/>
      </p:ext>
    </p:extLst>
  </p:cSld>
  <p:clrMapOvr>
    <a:overrideClrMapping bg1="dk1" tx1="lt1" bg2="dk2" tx2="lt2" accent1="accent1" accent2="accent2" accent3="accent3" accent4="accent4" accent5="accent5" accent6="accent6" hlink="hlink" folHlink="folHlink"/>
  </p:clrMapOvr>
</p:sldLayout>
</file>

<file path=ppt/slideLayouts/slideLayout42.xml><?xml version="1.0" encoding="utf-8"?>
<p:sldLayout xmlns:a="http://schemas.openxmlformats.org/drawingml/2006/main" xmlns:r="http://schemas.openxmlformats.org/officeDocument/2006/relationships" xmlns:p="http://schemas.openxmlformats.org/presentationml/2006/main" preserve="1">
  <p:cSld name="Quote 3">
    <p:spTree>
      <p:nvGrpSpPr>
        <p:cNvPr id="1" name=""/>
        <p:cNvGrpSpPr/>
        <p:nvPr/>
      </p:nvGrpSpPr>
      <p:grpSpPr>
        <a:xfrm>
          <a:off x="0" y="0"/>
          <a:ext cx="0" cy="0"/>
          <a:chOff x="0" y="0"/>
          <a:chExt cx="0" cy="0"/>
        </a:xfrm>
      </p:grpSpPr>
      <p:cxnSp>
        <p:nvCxnSpPr>
          <p:cNvPr id="8" name="Straight Connector 7">
            <a:extLst>
              <a:ext uri="{FF2B5EF4-FFF2-40B4-BE49-F238E27FC236}">
                <a16:creationId xmlns:a16="http://schemas.microsoft.com/office/drawing/2014/main" id="{80708A38-78BC-D3CE-5C55-65C094C8935A}"/>
              </a:ext>
            </a:extLst>
          </p:cNvPr>
          <p:cNvCxnSpPr/>
          <p:nvPr userDrawn="1"/>
        </p:nvCxnSpPr>
        <p:spPr>
          <a:xfrm>
            <a:off x="429209" y="164150"/>
            <a:ext cx="11762791"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2" name="Title 1">
            <a:extLst>
              <a:ext uri="{FF2B5EF4-FFF2-40B4-BE49-F238E27FC236}">
                <a16:creationId xmlns:a16="http://schemas.microsoft.com/office/drawing/2014/main" id="{D212FA0A-1F7B-DD41-ECED-02B60BC46B10}"/>
              </a:ext>
            </a:extLst>
          </p:cNvPr>
          <p:cNvSpPr>
            <a:spLocks noGrp="1"/>
          </p:cNvSpPr>
          <p:nvPr>
            <p:ph type="title" hasCustomPrompt="1"/>
          </p:nvPr>
        </p:nvSpPr>
        <p:spPr>
          <a:xfrm>
            <a:off x="639037" y="5749160"/>
            <a:ext cx="8956676" cy="567558"/>
          </a:xfrm>
        </p:spPr>
        <p:txBody>
          <a:bodyPr anchor="b">
            <a:normAutofit/>
          </a:bodyPr>
          <a:lstStyle>
            <a:lvl1pPr>
              <a:lnSpc>
                <a:spcPct val="120000"/>
              </a:lnSpc>
              <a:defRPr sz="1600" b="0" i="0" cap="none" baseline="0">
                <a:solidFill>
                  <a:schemeClr val="tx1"/>
                </a:solidFill>
                <a:latin typeface="+mj-lt"/>
              </a:defRPr>
            </a:lvl1pPr>
          </a:lstStyle>
          <a:p>
            <a:r>
              <a:rPr lang="en-US" dirty="0"/>
              <a:t>Quote Author</a:t>
            </a:r>
          </a:p>
        </p:txBody>
      </p:sp>
      <p:sp>
        <p:nvSpPr>
          <p:cNvPr id="4" name="Footer Placeholder 3">
            <a:extLst>
              <a:ext uri="{FF2B5EF4-FFF2-40B4-BE49-F238E27FC236}">
                <a16:creationId xmlns:a16="http://schemas.microsoft.com/office/drawing/2014/main" id="{B23912E3-7555-EAAB-BE83-59ED3B5C9E5B}"/>
              </a:ext>
            </a:extLst>
          </p:cNvPr>
          <p:cNvSpPr>
            <a:spLocks noGrp="1"/>
          </p:cNvSpPr>
          <p:nvPr>
            <p:ph type="ftr" sz="quarter" idx="11"/>
          </p:nvPr>
        </p:nvSpPr>
        <p:spPr/>
        <p:txBody>
          <a:bodyPr/>
          <a:lstStyle/>
          <a:p>
            <a:r>
              <a:rPr lang="en-US" dirty="0"/>
              <a:t>GROWTH MARKETING PLAN</a:t>
            </a:r>
          </a:p>
        </p:txBody>
      </p:sp>
      <p:sp>
        <p:nvSpPr>
          <p:cNvPr id="3" name="Date Placeholder 2">
            <a:extLst>
              <a:ext uri="{FF2B5EF4-FFF2-40B4-BE49-F238E27FC236}">
                <a16:creationId xmlns:a16="http://schemas.microsoft.com/office/drawing/2014/main" id="{C344C372-F7FA-5AA5-92C1-CF476A26623E}"/>
              </a:ext>
            </a:extLst>
          </p:cNvPr>
          <p:cNvSpPr>
            <a:spLocks noGrp="1"/>
          </p:cNvSpPr>
          <p:nvPr>
            <p:ph type="dt" sz="half" idx="10"/>
          </p:nvPr>
        </p:nvSpPr>
        <p:spPr/>
        <p:txBody>
          <a:bodyPr/>
          <a:lstStyle/>
          <a:p>
            <a:fld id="{D7163BA6-8D49-4675-9508-BB867C793A49}" type="datetime1">
              <a:rPr lang="en-US" smtClean="0"/>
              <a:t>7/28/2026</a:t>
            </a:fld>
            <a:endParaRPr lang="en-US" dirty="0"/>
          </a:p>
        </p:txBody>
      </p:sp>
      <p:sp>
        <p:nvSpPr>
          <p:cNvPr id="5" name="Slide Number Placeholder 4">
            <a:extLst>
              <a:ext uri="{FF2B5EF4-FFF2-40B4-BE49-F238E27FC236}">
                <a16:creationId xmlns:a16="http://schemas.microsoft.com/office/drawing/2014/main" id="{C6EAECF6-9F03-4C12-4BD4-4E8AE63A4F3A}"/>
              </a:ext>
            </a:extLst>
          </p:cNvPr>
          <p:cNvSpPr>
            <a:spLocks noGrp="1"/>
          </p:cNvSpPr>
          <p:nvPr>
            <p:ph type="sldNum" sz="quarter" idx="12"/>
          </p:nvPr>
        </p:nvSpPr>
        <p:spPr/>
        <p:txBody>
          <a:bodyPr/>
          <a:lstStyle/>
          <a:p>
            <a:fld id="{CC057153-B650-4DEB-B370-79DDCFDCE934}" type="slidenum">
              <a:rPr lang="en-US" smtClean="0"/>
              <a:t>‹#›</a:t>
            </a:fld>
            <a:endParaRPr lang="en-US" dirty="0"/>
          </a:p>
        </p:txBody>
      </p:sp>
      <p:sp>
        <p:nvSpPr>
          <p:cNvPr id="7" name="Content Placeholder 6">
            <a:extLst>
              <a:ext uri="{FF2B5EF4-FFF2-40B4-BE49-F238E27FC236}">
                <a16:creationId xmlns:a16="http://schemas.microsoft.com/office/drawing/2014/main" id="{A14BE2EA-8E1E-E2DA-5CCF-46908B013BF2}"/>
              </a:ext>
            </a:extLst>
          </p:cNvPr>
          <p:cNvSpPr>
            <a:spLocks noGrp="1"/>
          </p:cNvSpPr>
          <p:nvPr>
            <p:ph sz="quarter" idx="13" hasCustomPrompt="1"/>
          </p:nvPr>
        </p:nvSpPr>
        <p:spPr>
          <a:xfrm>
            <a:off x="634030" y="1001715"/>
            <a:ext cx="9037984" cy="3726810"/>
          </a:xfrm>
        </p:spPr>
        <p:txBody>
          <a:bodyPr anchor="t">
            <a:normAutofit/>
          </a:bodyPr>
          <a:lstStyle>
            <a:lvl1pPr marL="164592" indent="-164592">
              <a:lnSpc>
                <a:spcPct val="100000"/>
              </a:lnSpc>
              <a:spcBef>
                <a:spcPts val="0"/>
              </a:spcBef>
              <a:buNone/>
              <a:defRPr sz="4000" b="0" i="0" cap="all" baseline="0">
                <a:latin typeface="+mn-lt"/>
              </a:defRPr>
            </a:lvl1pPr>
          </a:lstStyle>
          <a:p>
            <a:pPr lvl="0"/>
            <a:r>
              <a:rPr lang="en-US" dirty="0"/>
              <a:t>CLICK TO add QUOTE</a:t>
            </a:r>
          </a:p>
        </p:txBody>
      </p:sp>
      <p:cxnSp>
        <p:nvCxnSpPr>
          <p:cNvPr id="6" name="Straight Connector 5">
            <a:extLst>
              <a:ext uri="{FF2B5EF4-FFF2-40B4-BE49-F238E27FC236}">
                <a16:creationId xmlns:a16="http://schemas.microsoft.com/office/drawing/2014/main" id="{B1108F76-E7E3-1812-8331-DCE59FFE0DFB}"/>
              </a:ext>
            </a:extLst>
          </p:cNvPr>
          <p:cNvCxnSpPr>
            <a:cxnSpLocks/>
          </p:cNvCxnSpPr>
          <p:nvPr userDrawn="1"/>
        </p:nvCxnSpPr>
        <p:spPr>
          <a:xfrm>
            <a:off x="429793" y="0"/>
            <a:ext cx="0" cy="6858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193145492"/>
      </p:ext>
    </p:extLst>
  </p:cSld>
  <p:clrMapOvr>
    <a:masterClrMapping/>
  </p:clrMapOvr>
</p:sldLayout>
</file>

<file path=ppt/slideLayouts/slideLayout43.xml><?xml version="1.0" encoding="utf-8"?>
<p:sldLayout xmlns:a="http://schemas.openxmlformats.org/drawingml/2006/main" xmlns:r="http://schemas.openxmlformats.org/officeDocument/2006/relationships" xmlns:p="http://schemas.openxmlformats.org/presentationml/2006/main" preserve="1">
  <p:cSld name="Two Content">
    <p:spTree>
      <p:nvGrpSpPr>
        <p:cNvPr id="1" name=""/>
        <p:cNvGrpSpPr/>
        <p:nvPr/>
      </p:nvGrpSpPr>
      <p:grpSpPr>
        <a:xfrm>
          <a:off x="0" y="0"/>
          <a:ext cx="0" cy="0"/>
          <a:chOff x="0" y="0"/>
          <a:chExt cx="0" cy="0"/>
        </a:xfrm>
      </p:grpSpPr>
      <p:cxnSp>
        <p:nvCxnSpPr>
          <p:cNvPr id="4" name="Straight Connector 3">
            <a:extLst>
              <a:ext uri="{FF2B5EF4-FFF2-40B4-BE49-F238E27FC236}">
                <a16:creationId xmlns:a16="http://schemas.microsoft.com/office/drawing/2014/main" id="{033CF370-3CA5-B9C3-AA2C-1D52A27AD182}"/>
              </a:ext>
            </a:extLst>
          </p:cNvPr>
          <p:cNvCxnSpPr/>
          <p:nvPr userDrawn="1"/>
        </p:nvCxnSpPr>
        <p:spPr>
          <a:xfrm>
            <a:off x="429209" y="164150"/>
            <a:ext cx="11762791"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634030" y="1001715"/>
            <a:ext cx="10923934" cy="1127756"/>
          </a:xfrm>
        </p:spPr>
        <p:txBody>
          <a:bodyPr/>
          <a:lstStyle/>
          <a:p>
            <a:r>
              <a:rPr lang="en-US" dirty="0"/>
              <a:t>Click to edit Master title style</a:t>
            </a:r>
          </a:p>
        </p:txBody>
      </p:sp>
      <p:sp>
        <p:nvSpPr>
          <p:cNvPr id="6" name="Footer Placeholder 5">
            <a:extLst>
              <a:ext uri="{FF2B5EF4-FFF2-40B4-BE49-F238E27FC236}">
                <a16:creationId xmlns:a16="http://schemas.microsoft.com/office/drawing/2014/main" id="{C2BDD5A2-CE3E-3215-6DAA-F75C0D1229DA}"/>
              </a:ext>
            </a:extLst>
          </p:cNvPr>
          <p:cNvSpPr>
            <a:spLocks noGrp="1"/>
          </p:cNvSpPr>
          <p:nvPr>
            <p:ph type="ftr" sz="quarter" idx="11"/>
          </p:nvPr>
        </p:nvSpPr>
        <p:spPr/>
        <p:txBody>
          <a:bodyPr/>
          <a:lstStyle/>
          <a:p>
            <a:r>
              <a:rPr lang="en-US" dirty="0"/>
              <a:t>GROWTH MARKETING PLAN</a:t>
            </a:r>
          </a:p>
        </p:txBody>
      </p:sp>
      <p:sp>
        <p:nvSpPr>
          <p:cNvPr id="5" name="Date Placeholder 4">
            <a:extLst>
              <a:ext uri="{FF2B5EF4-FFF2-40B4-BE49-F238E27FC236}">
                <a16:creationId xmlns:a16="http://schemas.microsoft.com/office/drawing/2014/main" id="{897D0B7E-1A60-DA52-6965-92412B1C2F9F}"/>
              </a:ext>
            </a:extLst>
          </p:cNvPr>
          <p:cNvSpPr>
            <a:spLocks noGrp="1"/>
          </p:cNvSpPr>
          <p:nvPr>
            <p:ph type="dt" sz="half" idx="10"/>
          </p:nvPr>
        </p:nvSpPr>
        <p:spPr/>
        <p:txBody>
          <a:bodyPr/>
          <a:lstStyle/>
          <a:p>
            <a:fld id="{81C58E83-499B-42C0-A29C-116A7958FAB2}" type="datetime1">
              <a:rPr lang="en-US" smtClean="0"/>
              <a:t>7/28/2026</a:t>
            </a:fld>
            <a:endParaRPr lang="en-US" dirty="0"/>
          </a:p>
        </p:txBody>
      </p:sp>
      <p:sp>
        <p:nvSpPr>
          <p:cNvPr id="7" name="Slide Number Placeholder 6">
            <a:extLst>
              <a:ext uri="{FF2B5EF4-FFF2-40B4-BE49-F238E27FC236}">
                <a16:creationId xmlns:a16="http://schemas.microsoft.com/office/drawing/2014/main" id="{B1B822F1-284A-1786-FAF2-72129E2FE64D}"/>
              </a:ext>
            </a:extLst>
          </p:cNvPr>
          <p:cNvSpPr>
            <a:spLocks noGrp="1"/>
          </p:cNvSpPr>
          <p:nvPr>
            <p:ph type="sldNum" sz="quarter" idx="12"/>
          </p:nvPr>
        </p:nvSpPr>
        <p:spPr/>
        <p:txBody>
          <a:bodyPr/>
          <a:lstStyle/>
          <a:p>
            <a:fld id="{CC057153-B650-4DEB-B370-79DDCFDCE934}" type="slidenum">
              <a:rPr lang="en-US" smtClean="0"/>
              <a:t>‹#›</a:t>
            </a:fld>
            <a:endParaRPr lang="en-US" dirty="0"/>
          </a:p>
        </p:txBody>
      </p:sp>
      <p:sp>
        <p:nvSpPr>
          <p:cNvPr id="9" name="Text Placeholder 8">
            <a:extLst>
              <a:ext uri="{FF2B5EF4-FFF2-40B4-BE49-F238E27FC236}">
                <a16:creationId xmlns:a16="http://schemas.microsoft.com/office/drawing/2014/main" id="{84DC103C-4E45-07FA-2734-5BAE2624DC48}"/>
              </a:ext>
            </a:extLst>
          </p:cNvPr>
          <p:cNvSpPr>
            <a:spLocks noGrp="1"/>
          </p:cNvSpPr>
          <p:nvPr>
            <p:ph type="body" sz="quarter" idx="13"/>
          </p:nvPr>
        </p:nvSpPr>
        <p:spPr>
          <a:xfrm>
            <a:off x="634030" y="2129474"/>
            <a:ext cx="5266090" cy="4093525"/>
          </a:xfrm>
        </p:spPr>
        <p:txBody>
          <a:bodyPr>
            <a:normAutofit/>
          </a:bodyPr>
          <a:lstStyle>
            <a:lvl1pPr>
              <a:defRPr sz="1600"/>
            </a:lvl1pPr>
            <a:lvl2pPr>
              <a:defRPr sz="1600"/>
            </a:lvl2pPr>
            <a:lvl3pPr>
              <a:defRPr sz="1600"/>
            </a:lvl3pPr>
            <a:lvl4pPr>
              <a:defRPr sz="1600"/>
            </a:lvl4pPr>
            <a:lvl5pPr>
              <a:defRPr sz="16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1" name="Text Placeholder 10">
            <a:extLst>
              <a:ext uri="{FF2B5EF4-FFF2-40B4-BE49-F238E27FC236}">
                <a16:creationId xmlns:a16="http://schemas.microsoft.com/office/drawing/2014/main" id="{288F1ED9-CE64-0191-F909-FDC002A7456F}"/>
              </a:ext>
            </a:extLst>
          </p:cNvPr>
          <p:cNvSpPr>
            <a:spLocks noGrp="1"/>
          </p:cNvSpPr>
          <p:nvPr>
            <p:ph type="body" sz="quarter" idx="14"/>
          </p:nvPr>
        </p:nvSpPr>
        <p:spPr>
          <a:xfrm>
            <a:off x="6291886" y="2129473"/>
            <a:ext cx="5266078" cy="4093526"/>
          </a:xfrm>
        </p:spPr>
        <p:txBody>
          <a:bodyPr/>
          <a:lstStyle>
            <a:lvl1pPr>
              <a:defRPr sz="1600"/>
            </a:lvl1pPr>
            <a:lvl2pPr>
              <a:defRPr sz="1600"/>
            </a:lvl2pPr>
            <a:lvl3pPr>
              <a:defRPr sz="1600"/>
            </a:lvl3pPr>
            <a:lvl4pPr>
              <a:defRPr sz="1600"/>
            </a:lvl4pPr>
            <a:lvl5pPr>
              <a:defRPr sz="16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cxnSp>
        <p:nvCxnSpPr>
          <p:cNvPr id="3" name="Straight Connector 2">
            <a:extLst>
              <a:ext uri="{FF2B5EF4-FFF2-40B4-BE49-F238E27FC236}">
                <a16:creationId xmlns:a16="http://schemas.microsoft.com/office/drawing/2014/main" id="{0DA0E66B-621F-DCB6-E24E-748318E12F2D}"/>
              </a:ext>
            </a:extLst>
          </p:cNvPr>
          <p:cNvCxnSpPr>
            <a:cxnSpLocks/>
          </p:cNvCxnSpPr>
          <p:nvPr userDrawn="1"/>
        </p:nvCxnSpPr>
        <p:spPr>
          <a:xfrm>
            <a:off x="429793" y="0"/>
            <a:ext cx="0" cy="6858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663815635"/>
      </p:ext>
    </p:extLst>
  </p:cSld>
  <p:clrMapOvr>
    <a:masterClrMapping/>
  </p:clrMapOvr>
</p:sldLayout>
</file>

<file path=ppt/slideLayouts/slideLayout44.xml><?xml version="1.0" encoding="utf-8"?>
<p:sldLayout xmlns:a="http://schemas.openxmlformats.org/drawingml/2006/main" xmlns:r="http://schemas.openxmlformats.org/officeDocument/2006/relationships" xmlns:p="http://schemas.openxmlformats.org/presentationml/2006/main" preserve="1">
  <p:cSld name="Comparison">
    <p:spTree>
      <p:nvGrpSpPr>
        <p:cNvPr id="1" name=""/>
        <p:cNvGrpSpPr/>
        <p:nvPr/>
      </p:nvGrpSpPr>
      <p:grpSpPr>
        <a:xfrm>
          <a:off x="0" y="0"/>
          <a:ext cx="0" cy="0"/>
          <a:chOff x="0" y="0"/>
          <a:chExt cx="0" cy="0"/>
        </a:xfrm>
      </p:grpSpPr>
      <p:cxnSp>
        <p:nvCxnSpPr>
          <p:cNvPr id="6" name="Straight Connector 5">
            <a:extLst>
              <a:ext uri="{FF2B5EF4-FFF2-40B4-BE49-F238E27FC236}">
                <a16:creationId xmlns:a16="http://schemas.microsoft.com/office/drawing/2014/main" id="{A1A96DE7-ACFB-A025-20F2-1C9A4CEF7566}"/>
              </a:ext>
            </a:extLst>
          </p:cNvPr>
          <p:cNvCxnSpPr/>
          <p:nvPr userDrawn="1"/>
        </p:nvCxnSpPr>
        <p:spPr>
          <a:xfrm>
            <a:off x="429209" y="164150"/>
            <a:ext cx="11762791"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2" name="Title 1">
            <a:extLst>
              <a:ext uri="{FF2B5EF4-FFF2-40B4-BE49-F238E27FC236}">
                <a16:creationId xmlns:a16="http://schemas.microsoft.com/office/drawing/2014/main" id="{41FEE969-634D-6E32-D227-18E9282C6F9E}"/>
              </a:ext>
            </a:extLst>
          </p:cNvPr>
          <p:cNvSpPr>
            <a:spLocks noGrp="1"/>
          </p:cNvSpPr>
          <p:nvPr>
            <p:ph type="title"/>
          </p:nvPr>
        </p:nvSpPr>
        <p:spPr>
          <a:xfrm>
            <a:off x="634030" y="1001714"/>
            <a:ext cx="10923934" cy="688973"/>
          </a:xfrm>
        </p:spPr>
        <p:txBody>
          <a:bodyPr>
            <a:normAutofit/>
          </a:bodyPr>
          <a:lstStyle>
            <a:lvl1pPr>
              <a:defRPr sz="4000"/>
            </a:lvl1pPr>
          </a:lstStyle>
          <a:p>
            <a:r>
              <a:rPr lang="en-US" dirty="0"/>
              <a:t>Click to edit Master title style</a:t>
            </a:r>
          </a:p>
        </p:txBody>
      </p:sp>
      <p:sp>
        <p:nvSpPr>
          <p:cNvPr id="8" name="Footer Placeholder 7">
            <a:extLst>
              <a:ext uri="{FF2B5EF4-FFF2-40B4-BE49-F238E27FC236}">
                <a16:creationId xmlns:a16="http://schemas.microsoft.com/office/drawing/2014/main" id="{949D76D8-9033-26CF-BF4C-AECCC685C177}"/>
              </a:ext>
            </a:extLst>
          </p:cNvPr>
          <p:cNvSpPr>
            <a:spLocks noGrp="1"/>
          </p:cNvSpPr>
          <p:nvPr>
            <p:ph type="ftr" sz="quarter" idx="11"/>
          </p:nvPr>
        </p:nvSpPr>
        <p:spPr/>
        <p:txBody>
          <a:bodyPr/>
          <a:lstStyle/>
          <a:p>
            <a:r>
              <a:rPr lang="en-US" dirty="0"/>
              <a:t>GROWTH MARKETING PLAN</a:t>
            </a:r>
          </a:p>
        </p:txBody>
      </p:sp>
      <p:sp>
        <p:nvSpPr>
          <p:cNvPr id="7" name="Date Placeholder 6">
            <a:extLst>
              <a:ext uri="{FF2B5EF4-FFF2-40B4-BE49-F238E27FC236}">
                <a16:creationId xmlns:a16="http://schemas.microsoft.com/office/drawing/2014/main" id="{4E3B3581-658A-8487-F9CB-E79F2BFF27E4}"/>
              </a:ext>
            </a:extLst>
          </p:cNvPr>
          <p:cNvSpPr>
            <a:spLocks noGrp="1"/>
          </p:cNvSpPr>
          <p:nvPr>
            <p:ph type="dt" sz="half" idx="10"/>
          </p:nvPr>
        </p:nvSpPr>
        <p:spPr/>
        <p:txBody>
          <a:bodyPr/>
          <a:lstStyle/>
          <a:p>
            <a:fld id="{24F4FD23-2163-447C-A80D-D0B4B313F4F9}" type="datetime1">
              <a:rPr lang="en-US" smtClean="0"/>
              <a:t>7/28/2026</a:t>
            </a:fld>
            <a:endParaRPr lang="en-US" dirty="0"/>
          </a:p>
        </p:txBody>
      </p:sp>
      <p:sp>
        <p:nvSpPr>
          <p:cNvPr id="9" name="Slide Number Placeholder 8">
            <a:extLst>
              <a:ext uri="{FF2B5EF4-FFF2-40B4-BE49-F238E27FC236}">
                <a16:creationId xmlns:a16="http://schemas.microsoft.com/office/drawing/2014/main" id="{E02A06B8-CC1D-542F-D8EB-7625046B91D2}"/>
              </a:ext>
            </a:extLst>
          </p:cNvPr>
          <p:cNvSpPr>
            <a:spLocks noGrp="1"/>
          </p:cNvSpPr>
          <p:nvPr>
            <p:ph type="sldNum" sz="quarter" idx="12"/>
          </p:nvPr>
        </p:nvSpPr>
        <p:spPr/>
        <p:txBody>
          <a:bodyPr/>
          <a:lstStyle/>
          <a:p>
            <a:fld id="{CC057153-B650-4DEB-B370-79DDCFDCE934}" type="slidenum">
              <a:rPr lang="en-US" smtClean="0"/>
              <a:t>‹#›</a:t>
            </a:fld>
            <a:endParaRPr lang="en-US" dirty="0"/>
          </a:p>
        </p:txBody>
      </p:sp>
      <p:sp>
        <p:nvSpPr>
          <p:cNvPr id="3" name="Text Placeholder 2">
            <a:extLst>
              <a:ext uri="{FF2B5EF4-FFF2-40B4-BE49-F238E27FC236}">
                <a16:creationId xmlns:a16="http://schemas.microsoft.com/office/drawing/2014/main" id="{61CD26D4-290A-F0ED-7D62-41EDA6FEC2B9}"/>
              </a:ext>
            </a:extLst>
          </p:cNvPr>
          <p:cNvSpPr>
            <a:spLocks noGrp="1"/>
          </p:cNvSpPr>
          <p:nvPr>
            <p:ph type="body" idx="1"/>
          </p:nvPr>
        </p:nvSpPr>
        <p:spPr>
          <a:xfrm>
            <a:off x="633472" y="1685735"/>
            <a:ext cx="5266644" cy="810454"/>
          </a:xfrm>
        </p:spPr>
        <p:txBody>
          <a:bodyPr anchor="b">
            <a:normAutofit/>
          </a:bodyPr>
          <a:lstStyle>
            <a:lvl1pPr marL="0" indent="0">
              <a:lnSpc>
                <a:spcPct val="90000"/>
              </a:lnSpc>
              <a:buNone/>
              <a:defRPr sz="1600" b="1" cap="all" baseline="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edit Master text styles</a:t>
            </a:r>
          </a:p>
        </p:txBody>
      </p:sp>
      <p:sp>
        <p:nvSpPr>
          <p:cNvPr id="11" name="Text Placeholder 10">
            <a:extLst>
              <a:ext uri="{FF2B5EF4-FFF2-40B4-BE49-F238E27FC236}">
                <a16:creationId xmlns:a16="http://schemas.microsoft.com/office/drawing/2014/main" id="{F86E5640-DE07-46FE-2EFB-FCD8C5238DC9}"/>
              </a:ext>
            </a:extLst>
          </p:cNvPr>
          <p:cNvSpPr>
            <a:spLocks noGrp="1"/>
          </p:cNvSpPr>
          <p:nvPr>
            <p:ph type="body" sz="quarter" idx="13"/>
          </p:nvPr>
        </p:nvSpPr>
        <p:spPr>
          <a:xfrm>
            <a:off x="634596" y="2496190"/>
            <a:ext cx="5265520" cy="3726810"/>
          </a:xfrm>
        </p:spPr>
        <p:txBody>
          <a:bodyPr>
            <a:normAutofit/>
          </a:bodyPr>
          <a:lstStyle>
            <a:lvl1pPr>
              <a:defRPr sz="1600"/>
            </a:lvl1pPr>
            <a:lvl2pPr>
              <a:defRPr sz="1600"/>
            </a:lvl2pPr>
            <a:lvl3pPr>
              <a:defRPr sz="1600"/>
            </a:lvl3pPr>
            <a:lvl4pPr>
              <a:defRPr sz="1600"/>
            </a:lvl4pPr>
            <a:lvl5pPr>
              <a:defRPr sz="16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a:extLst>
              <a:ext uri="{FF2B5EF4-FFF2-40B4-BE49-F238E27FC236}">
                <a16:creationId xmlns:a16="http://schemas.microsoft.com/office/drawing/2014/main" id="{06536620-C4F3-EEC3-DBF1-05196B1CBB55}"/>
              </a:ext>
            </a:extLst>
          </p:cNvPr>
          <p:cNvSpPr>
            <a:spLocks noGrp="1"/>
          </p:cNvSpPr>
          <p:nvPr>
            <p:ph type="body" sz="quarter" idx="3"/>
          </p:nvPr>
        </p:nvSpPr>
        <p:spPr>
          <a:xfrm>
            <a:off x="6286500" y="1685735"/>
            <a:ext cx="5271464" cy="810454"/>
          </a:xfrm>
        </p:spPr>
        <p:txBody>
          <a:bodyPr anchor="b">
            <a:normAutofit/>
          </a:bodyPr>
          <a:lstStyle>
            <a:lvl1pPr marL="0" indent="0">
              <a:lnSpc>
                <a:spcPct val="90000"/>
              </a:lnSpc>
              <a:buNone/>
              <a:defRPr sz="1600" b="1" cap="all" baseline="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edit Master text styles</a:t>
            </a:r>
          </a:p>
        </p:txBody>
      </p:sp>
      <p:sp>
        <p:nvSpPr>
          <p:cNvPr id="13" name="Text Placeholder 12">
            <a:extLst>
              <a:ext uri="{FF2B5EF4-FFF2-40B4-BE49-F238E27FC236}">
                <a16:creationId xmlns:a16="http://schemas.microsoft.com/office/drawing/2014/main" id="{20D5795C-6228-AA6F-1CF7-AD7010686BC6}"/>
              </a:ext>
            </a:extLst>
          </p:cNvPr>
          <p:cNvSpPr>
            <a:spLocks noGrp="1"/>
          </p:cNvSpPr>
          <p:nvPr>
            <p:ph type="body" sz="quarter" idx="14"/>
          </p:nvPr>
        </p:nvSpPr>
        <p:spPr>
          <a:xfrm>
            <a:off x="6286500" y="2496190"/>
            <a:ext cx="5271464" cy="3726810"/>
          </a:xfrm>
        </p:spPr>
        <p:txBody>
          <a:bodyPr>
            <a:normAutofit/>
          </a:bodyPr>
          <a:lstStyle>
            <a:lvl1pPr>
              <a:defRPr sz="1600"/>
            </a:lvl1pPr>
            <a:lvl2pPr>
              <a:defRPr sz="1600"/>
            </a:lvl2pPr>
            <a:lvl3pPr>
              <a:defRPr sz="1600"/>
            </a:lvl3pPr>
            <a:lvl4pPr>
              <a:defRPr sz="1600"/>
            </a:lvl4pPr>
            <a:lvl5pPr>
              <a:defRPr sz="16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cxnSp>
        <p:nvCxnSpPr>
          <p:cNvPr id="4" name="Straight Connector 3">
            <a:extLst>
              <a:ext uri="{FF2B5EF4-FFF2-40B4-BE49-F238E27FC236}">
                <a16:creationId xmlns:a16="http://schemas.microsoft.com/office/drawing/2014/main" id="{FFC723C3-DA4A-8D71-987B-EB7E7A74D1E6}"/>
              </a:ext>
            </a:extLst>
          </p:cNvPr>
          <p:cNvCxnSpPr>
            <a:cxnSpLocks/>
          </p:cNvCxnSpPr>
          <p:nvPr userDrawn="1"/>
        </p:nvCxnSpPr>
        <p:spPr>
          <a:xfrm>
            <a:off x="429793" y="0"/>
            <a:ext cx="0" cy="6858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84084605"/>
      </p:ext>
    </p:extLst>
  </p:cSld>
  <p:clrMapOvr>
    <a:masterClrMapping/>
  </p:clrMapOvr>
</p:sldLayout>
</file>

<file path=ppt/slideLayouts/slideLayout45.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cxnSp>
        <p:nvCxnSpPr>
          <p:cNvPr id="7" name="Straight Connector 6">
            <a:extLst>
              <a:ext uri="{FF2B5EF4-FFF2-40B4-BE49-F238E27FC236}">
                <a16:creationId xmlns:a16="http://schemas.microsoft.com/office/drawing/2014/main" id="{44A141C8-6351-7BB4-B97D-32DF6F45DBC5}"/>
              </a:ext>
            </a:extLst>
          </p:cNvPr>
          <p:cNvCxnSpPr/>
          <p:nvPr userDrawn="1"/>
        </p:nvCxnSpPr>
        <p:spPr>
          <a:xfrm>
            <a:off x="429209" y="164150"/>
            <a:ext cx="11762791"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2" name="Title 1">
            <a:extLst>
              <a:ext uri="{FF2B5EF4-FFF2-40B4-BE49-F238E27FC236}">
                <a16:creationId xmlns:a16="http://schemas.microsoft.com/office/drawing/2014/main" id="{666A9F42-7FF7-F803-C075-BC4968D35E34}"/>
              </a:ext>
            </a:extLst>
          </p:cNvPr>
          <p:cNvSpPr>
            <a:spLocks noGrp="1"/>
          </p:cNvSpPr>
          <p:nvPr>
            <p:ph type="title"/>
          </p:nvPr>
        </p:nvSpPr>
        <p:spPr>
          <a:xfrm>
            <a:off x="634030" y="1001714"/>
            <a:ext cx="10923933" cy="1127761"/>
          </a:xfrm>
        </p:spPr>
        <p:txBody>
          <a:bodyPr>
            <a:normAutofit/>
          </a:bodyPr>
          <a:lstStyle>
            <a:lvl1pPr>
              <a:defRPr sz="4000"/>
            </a:lvl1pPr>
          </a:lstStyle>
          <a:p>
            <a:r>
              <a:rPr lang="en-US" dirty="0"/>
              <a:t>Click to edit Master title style</a:t>
            </a:r>
          </a:p>
        </p:txBody>
      </p:sp>
      <p:sp>
        <p:nvSpPr>
          <p:cNvPr id="4" name="Footer Placeholder 3">
            <a:extLst>
              <a:ext uri="{FF2B5EF4-FFF2-40B4-BE49-F238E27FC236}">
                <a16:creationId xmlns:a16="http://schemas.microsoft.com/office/drawing/2014/main" id="{6B968DDD-323F-89A1-84E3-DDBA626D9386}"/>
              </a:ext>
            </a:extLst>
          </p:cNvPr>
          <p:cNvSpPr>
            <a:spLocks noGrp="1"/>
          </p:cNvSpPr>
          <p:nvPr>
            <p:ph type="ftr" sz="quarter" idx="11"/>
          </p:nvPr>
        </p:nvSpPr>
        <p:spPr/>
        <p:txBody>
          <a:bodyPr/>
          <a:lstStyle/>
          <a:p>
            <a:r>
              <a:rPr lang="en-US" dirty="0"/>
              <a:t>GROWTH MARKETING PLAN</a:t>
            </a:r>
          </a:p>
        </p:txBody>
      </p:sp>
      <p:sp>
        <p:nvSpPr>
          <p:cNvPr id="3" name="Date Placeholder 2">
            <a:extLst>
              <a:ext uri="{FF2B5EF4-FFF2-40B4-BE49-F238E27FC236}">
                <a16:creationId xmlns:a16="http://schemas.microsoft.com/office/drawing/2014/main" id="{E89E8268-7232-2944-F1BD-399F9419B563}"/>
              </a:ext>
            </a:extLst>
          </p:cNvPr>
          <p:cNvSpPr>
            <a:spLocks noGrp="1"/>
          </p:cNvSpPr>
          <p:nvPr>
            <p:ph type="dt" sz="half" idx="10"/>
          </p:nvPr>
        </p:nvSpPr>
        <p:spPr/>
        <p:txBody>
          <a:bodyPr/>
          <a:lstStyle/>
          <a:p>
            <a:fld id="{26CE927C-C7F8-47B0-9A1C-DEAC93AC4235}" type="datetime1">
              <a:rPr lang="en-US" smtClean="0"/>
              <a:t>7/28/2026</a:t>
            </a:fld>
            <a:endParaRPr lang="en-US" dirty="0"/>
          </a:p>
        </p:txBody>
      </p:sp>
      <p:sp>
        <p:nvSpPr>
          <p:cNvPr id="5" name="Slide Number Placeholder 4">
            <a:extLst>
              <a:ext uri="{FF2B5EF4-FFF2-40B4-BE49-F238E27FC236}">
                <a16:creationId xmlns:a16="http://schemas.microsoft.com/office/drawing/2014/main" id="{98FBDC76-671D-1671-DCE2-D5658BD40E29}"/>
              </a:ext>
            </a:extLst>
          </p:cNvPr>
          <p:cNvSpPr>
            <a:spLocks noGrp="1"/>
          </p:cNvSpPr>
          <p:nvPr>
            <p:ph type="sldNum" sz="quarter" idx="12"/>
          </p:nvPr>
        </p:nvSpPr>
        <p:spPr/>
        <p:txBody>
          <a:bodyPr/>
          <a:lstStyle/>
          <a:p>
            <a:fld id="{CC057153-B650-4DEB-B370-79DDCFDCE934}" type="slidenum">
              <a:rPr lang="en-US" smtClean="0"/>
              <a:t>‹#›</a:t>
            </a:fld>
            <a:endParaRPr lang="en-US" dirty="0"/>
          </a:p>
        </p:txBody>
      </p:sp>
      <p:cxnSp>
        <p:nvCxnSpPr>
          <p:cNvPr id="6" name="Straight Connector 5">
            <a:extLst>
              <a:ext uri="{FF2B5EF4-FFF2-40B4-BE49-F238E27FC236}">
                <a16:creationId xmlns:a16="http://schemas.microsoft.com/office/drawing/2014/main" id="{D88218CD-6934-8D18-A575-7C745D80A6C4}"/>
              </a:ext>
            </a:extLst>
          </p:cNvPr>
          <p:cNvCxnSpPr>
            <a:cxnSpLocks/>
          </p:cNvCxnSpPr>
          <p:nvPr userDrawn="1"/>
        </p:nvCxnSpPr>
        <p:spPr>
          <a:xfrm>
            <a:off x="429793" y="0"/>
            <a:ext cx="0" cy="6858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263058664"/>
      </p:ext>
    </p:extLst>
  </p:cSld>
  <p:clrMapOvr>
    <a:masterClrMapping/>
  </p:clrMapOvr>
</p:sldLayout>
</file>

<file path=ppt/slideLayouts/slideLayout46.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cxnSp>
        <p:nvCxnSpPr>
          <p:cNvPr id="5" name="Straight Connector 4">
            <a:extLst>
              <a:ext uri="{FF2B5EF4-FFF2-40B4-BE49-F238E27FC236}">
                <a16:creationId xmlns:a16="http://schemas.microsoft.com/office/drawing/2014/main" id="{BFE09A4A-7256-DFB0-F197-FAC31C991665}"/>
              </a:ext>
            </a:extLst>
          </p:cNvPr>
          <p:cNvCxnSpPr/>
          <p:nvPr/>
        </p:nvCxnSpPr>
        <p:spPr>
          <a:xfrm>
            <a:off x="429209" y="164150"/>
            <a:ext cx="11762791"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3" name="Footer Placeholder 2">
            <a:extLst>
              <a:ext uri="{FF2B5EF4-FFF2-40B4-BE49-F238E27FC236}">
                <a16:creationId xmlns:a16="http://schemas.microsoft.com/office/drawing/2014/main" id="{10EAA6C9-A7F3-19F1-D17C-A1D83FAF553F}"/>
              </a:ext>
            </a:extLst>
          </p:cNvPr>
          <p:cNvSpPr>
            <a:spLocks noGrp="1"/>
          </p:cNvSpPr>
          <p:nvPr>
            <p:ph type="ftr" sz="quarter" idx="11"/>
          </p:nvPr>
        </p:nvSpPr>
        <p:spPr/>
        <p:txBody>
          <a:bodyPr/>
          <a:lstStyle/>
          <a:p>
            <a:r>
              <a:rPr lang="en-US" dirty="0"/>
              <a:t>GROWTH MARKETING PLAN</a:t>
            </a:r>
          </a:p>
        </p:txBody>
      </p:sp>
      <p:sp>
        <p:nvSpPr>
          <p:cNvPr id="2" name="Date Placeholder 1">
            <a:extLst>
              <a:ext uri="{FF2B5EF4-FFF2-40B4-BE49-F238E27FC236}">
                <a16:creationId xmlns:a16="http://schemas.microsoft.com/office/drawing/2014/main" id="{49BC4D82-0182-501C-9231-46767680476E}"/>
              </a:ext>
            </a:extLst>
          </p:cNvPr>
          <p:cNvSpPr>
            <a:spLocks noGrp="1"/>
          </p:cNvSpPr>
          <p:nvPr>
            <p:ph type="dt" sz="half" idx="10"/>
          </p:nvPr>
        </p:nvSpPr>
        <p:spPr/>
        <p:txBody>
          <a:bodyPr/>
          <a:lstStyle/>
          <a:p>
            <a:fld id="{AEEB669C-B2F2-4540-973C-9431C4193843}" type="datetime1">
              <a:rPr lang="en-US" smtClean="0"/>
              <a:t>7/28/2026</a:t>
            </a:fld>
            <a:endParaRPr lang="en-US" dirty="0"/>
          </a:p>
        </p:txBody>
      </p:sp>
      <p:sp>
        <p:nvSpPr>
          <p:cNvPr id="4" name="Slide Number Placeholder 3">
            <a:extLst>
              <a:ext uri="{FF2B5EF4-FFF2-40B4-BE49-F238E27FC236}">
                <a16:creationId xmlns:a16="http://schemas.microsoft.com/office/drawing/2014/main" id="{34EBB816-1B94-116F-92D4-6043AE9E0C6B}"/>
              </a:ext>
            </a:extLst>
          </p:cNvPr>
          <p:cNvSpPr>
            <a:spLocks noGrp="1"/>
          </p:cNvSpPr>
          <p:nvPr>
            <p:ph type="sldNum" sz="quarter" idx="12"/>
          </p:nvPr>
        </p:nvSpPr>
        <p:spPr/>
        <p:txBody>
          <a:bodyPr/>
          <a:lstStyle/>
          <a:p>
            <a:fld id="{CC057153-B650-4DEB-B370-79DDCFDCE934}" type="slidenum">
              <a:rPr lang="en-US" smtClean="0"/>
              <a:t>‹#›</a:t>
            </a:fld>
            <a:endParaRPr lang="en-US" dirty="0"/>
          </a:p>
        </p:txBody>
      </p:sp>
      <p:cxnSp>
        <p:nvCxnSpPr>
          <p:cNvPr id="7" name="Straight Connector 6">
            <a:extLst>
              <a:ext uri="{FF2B5EF4-FFF2-40B4-BE49-F238E27FC236}">
                <a16:creationId xmlns:a16="http://schemas.microsoft.com/office/drawing/2014/main" id="{1571AA78-5D18-EE68-E9E7-A1075C78BC20}"/>
              </a:ext>
            </a:extLst>
          </p:cNvPr>
          <p:cNvCxnSpPr>
            <a:cxnSpLocks/>
          </p:cNvCxnSpPr>
          <p:nvPr userDrawn="1"/>
        </p:nvCxnSpPr>
        <p:spPr>
          <a:xfrm>
            <a:off x="429793" y="0"/>
            <a:ext cx="0" cy="6858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289182352"/>
      </p:ext>
    </p:extLst>
  </p:cSld>
  <p:clrMapOvr>
    <a:masterClrMapping/>
  </p:clrMapOvr>
</p:sldLayout>
</file>

<file path=ppt/slideLayouts/slideLayout47.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350C37F-77BE-E128-4248-D001C39E79C6}"/>
              </a:ext>
            </a:extLst>
          </p:cNvPr>
          <p:cNvSpPr>
            <a:spLocks noGrp="1"/>
          </p:cNvSpPr>
          <p:nvPr>
            <p:ph type="title"/>
          </p:nvPr>
        </p:nvSpPr>
        <p:spPr>
          <a:xfrm>
            <a:off x="634031" y="1001716"/>
            <a:ext cx="4328496" cy="1122374"/>
          </a:xfrm>
        </p:spPr>
        <p:txBody>
          <a:bodyPr anchor="t">
            <a:noAutofit/>
          </a:bodyPr>
          <a:lstStyle>
            <a:lvl1pPr>
              <a:defRPr sz="4000"/>
            </a:lvl1pPr>
          </a:lstStyle>
          <a:p>
            <a:r>
              <a:rPr lang="en-US" dirty="0"/>
              <a:t>Click to edit Master title style</a:t>
            </a:r>
          </a:p>
        </p:txBody>
      </p:sp>
      <p:sp>
        <p:nvSpPr>
          <p:cNvPr id="6" name="Footer Placeholder 5">
            <a:extLst>
              <a:ext uri="{FF2B5EF4-FFF2-40B4-BE49-F238E27FC236}">
                <a16:creationId xmlns:a16="http://schemas.microsoft.com/office/drawing/2014/main" id="{9C85A215-184B-2105-0279-ED02F6445831}"/>
              </a:ext>
            </a:extLst>
          </p:cNvPr>
          <p:cNvSpPr>
            <a:spLocks noGrp="1"/>
          </p:cNvSpPr>
          <p:nvPr>
            <p:ph type="ftr" sz="quarter" idx="11"/>
          </p:nvPr>
        </p:nvSpPr>
        <p:spPr/>
        <p:txBody>
          <a:bodyPr/>
          <a:lstStyle/>
          <a:p>
            <a:r>
              <a:rPr lang="en-US" dirty="0"/>
              <a:t>GROWTH MARKETING PLAN</a:t>
            </a:r>
          </a:p>
        </p:txBody>
      </p:sp>
      <p:sp>
        <p:nvSpPr>
          <p:cNvPr id="5" name="Date Placeholder 4">
            <a:extLst>
              <a:ext uri="{FF2B5EF4-FFF2-40B4-BE49-F238E27FC236}">
                <a16:creationId xmlns:a16="http://schemas.microsoft.com/office/drawing/2014/main" id="{93F05638-7A56-469A-825A-1DFA600254C8}"/>
              </a:ext>
            </a:extLst>
          </p:cNvPr>
          <p:cNvSpPr>
            <a:spLocks noGrp="1"/>
          </p:cNvSpPr>
          <p:nvPr>
            <p:ph type="dt" sz="half" idx="10"/>
          </p:nvPr>
        </p:nvSpPr>
        <p:spPr/>
        <p:txBody>
          <a:bodyPr/>
          <a:lstStyle/>
          <a:p>
            <a:fld id="{01E0AE40-9A04-413D-8631-F7A90F9EBCFC}" type="datetime1">
              <a:rPr lang="en-US" smtClean="0"/>
              <a:t>7/28/2026</a:t>
            </a:fld>
            <a:endParaRPr lang="en-US" dirty="0"/>
          </a:p>
        </p:txBody>
      </p:sp>
      <p:sp>
        <p:nvSpPr>
          <p:cNvPr id="7" name="Slide Number Placeholder 6">
            <a:extLst>
              <a:ext uri="{FF2B5EF4-FFF2-40B4-BE49-F238E27FC236}">
                <a16:creationId xmlns:a16="http://schemas.microsoft.com/office/drawing/2014/main" id="{32C7CA46-892B-253A-3A28-7414E17B837B}"/>
              </a:ext>
            </a:extLst>
          </p:cNvPr>
          <p:cNvSpPr>
            <a:spLocks noGrp="1"/>
          </p:cNvSpPr>
          <p:nvPr>
            <p:ph type="sldNum" sz="quarter" idx="12"/>
          </p:nvPr>
        </p:nvSpPr>
        <p:spPr/>
        <p:txBody>
          <a:bodyPr/>
          <a:lstStyle/>
          <a:p>
            <a:fld id="{CC057153-B650-4DEB-B370-79DDCFDCE934}" type="slidenum">
              <a:rPr lang="en-US" smtClean="0"/>
              <a:t>‹#›</a:t>
            </a:fld>
            <a:endParaRPr lang="en-US" dirty="0"/>
          </a:p>
        </p:txBody>
      </p:sp>
      <p:cxnSp>
        <p:nvCxnSpPr>
          <p:cNvPr id="9" name="Straight Connector 8">
            <a:extLst>
              <a:ext uri="{FF2B5EF4-FFF2-40B4-BE49-F238E27FC236}">
                <a16:creationId xmlns:a16="http://schemas.microsoft.com/office/drawing/2014/main" id="{CD4A6C7F-9167-3CFF-8E30-53AE9D6BB738}"/>
              </a:ext>
            </a:extLst>
          </p:cNvPr>
          <p:cNvCxnSpPr/>
          <p:nvPr userDrawn="1"/>
        </p:nvCxnSpPr>
        <p:spPr>
          <a:xfrm>
            <a:off x="429209" y="164150"/>
            <a:ext cx="11762791"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4" name="Text Placeholder 3">
            <a:extLst>
              <a:ext uri="{FF2B5EF4-FFF2-40B4-BE49-F238E27FC236}">
                <a16:creationId xmlns:a16="http://schemas.microsoft.com/office/drawing/2014/main" id="{EC0EEBFB-2026-6A35-33ED-F008376B67A0}"/>
              </a:ext>
            </a:extLst>
          </p:cNvPr>
          <p:cNvSpPr>
            <a:spLocks noGrp="1"/>
          </p:cNvSpPr>
          <p:nvPr>
            <p:ph type="body" sz="half" idx="2"/>
          </p:nvPr>
        </p:nvSpPr>
        <p:spPr>
          <a:xfrm>
            <a:off x="634020" y="2496190"/>
            <a:ext cx="4328506" cy="3726810"/>
          </a:xfrm>
        </p:spPr>
        <p:txBody>
          <a:bodyPr anchor="t">
            <a:normAutofit/>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3" name="Content Placeholder 2">
            <a:extLst>
              <a:ext uri="{FF2B5EF4-FFF2-40B4-BE49-F238E27FC236}">
                <a16:creationId xmlns:a16="http://schemas.microsoft.com/office/drawing/2014/main" id="{2F3B20A8-A604-C977-02C0-083BA8663484}"/>
              </a:ext>
            </a:extLst>
          </p:cNvPr>
          <p:cNvSpPr>
            <a:spLocks noGrp="1"/>
          </p:cNvSpPr>
          <p:nvPr>
            <p:ph idx="1"/>
          </p:nvPr>
        </p:nvSpPr>
        <p:spPr>
          <a:xfrm>
            <a:off x="5348910" y="1001715"/>
            <a:ext cx="6209053" cy="5221285"/>
          </a:xfrm>
        </p:spPr>
        <p:txBody>
          <a:bodyPr>
            <a:normAutofit/>
          </a:bodyPr>
          <a:lstStyle>
            <a:lvl1pPr>
              <a:defRPr sz="2800"/>
            </a:lvl1pPr>
            <a:lvl2pPr>
              <a:defRPr sz="2400"/>
            </a:lvl2pPr>
            <a:lvl3pPr>
              <a:defRPr sz="2000"/>
            </a:lvl3pPr>
            <a:lvl4pPr>
              <a:defRPr sz="1800"/>
            </a:lvl4pPr>
            <a:lvl5pPr>
              <a:defRPr sz="1800"/>
            </a:lvl5pPr>
            <a:lvl6pPr>
              <a:defRPr sz="2000"/>
            </a:lvl6pPr>
            <a:lvl7pPr>
              <a:defRPr sz="2000"/>
            </a:lvl7pPr>
            <a:lvl8pPr>
              <a:defRPr sz="2000"/>
            </a:lvl8pPr>
            <a:lvl9pPr>
              <a:defRPr sz="20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cxnSp>
        <p:nvCxnSpPr>
          <p:cNvPr id="8" name="Straight Connector 7">
            <a:extLst>
              <a:ext uri="{FF2B5EF4-FFF2-40B4-BE49-F238E27FC236}">
                <a16:creationId xmlns:a16="http://schemas.microsoft.com/office/drawing/2014/main" id="{A9C0A275-A2A5-8AD0-2E0F-DDE194CF88B0}"/>
              </a:ext>
            </a:extLst>
          </p:cNvPr>
          <p:cNvCxnSpPr>
            <a:cxnSpLocks/>
          </p:cNvCxnSpPr>
          <p:nvPr userDrawn="1"/>
        </p:nvCxnSpPr>
        <p:spPr>
          <a:xfrm>
            <a:off x="429793" y="0"/>
            <a:ext cx="0" cy="6858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989110828"/>
      </p:ext>
    </p:extLst>
  </p:cSld>
  <p:clrMapOvr>
    <a:masterClrMapping/>
  </p:clrMapOvr>
</p:sldLayout>
</file>

<file path=ppt/slideLayouts/slideLayout48.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FB06A09-98CF-FAC2-3708-AECC4360C651}"/>
              </a:ext>
            </a:extLst>
          </p:cNvPr>
          <p:cNvSpPr>
            <a:spLocks noGrp="1"/>
          </p:cNvSpPr>
          <p:nvPr>
            <p:ph type="title"/>
          </p:nvPr>
        </p:nvSpPr>
        <p:spPr>
          <a:xfrm>
            <a:off x="634030" y="1001715"/>
            <a:ext cx="3771899" cy="1875474"/>
          </a:xfrm>
        </p:spPr>
        <p:txBody>
          <a:bodyPr anchor="t">
            <a:normAutofit/>
          </a:bodyPr>
          <a:lstStyle>
            <a:lvl1pPr>
              <a:defRPr sz="4000"/>
            </a:lvl1pPr>
          </a:lstStyle>
          <a:p>
            <a:r>
              <a:rPr lang="en-US" dirty="0"/>
              <a:t>Click to edit Master title style</a:t>
            </a:r>
          </a:p>
        </p:txBody>
      </p:sp>
      <p:sp>
        <p:nvSpPr>
          <p:cNvPr id="6" name="Footer Placeholder 5">
            <a:extLst>
              <a:ext uri="{FF2B5EF4-FFF2-40B4-BE49-F238E27FC236}">
                <a16:creationId xmlns:a16="http://schemas.microsoft.com/office/drawing/2014/main" id="{7FDC75DA-9A78-9AB9-7171-95A08CC51C56}"/>
              </a:ext>
            </a:extLst>
          </p:cNvPr>
          <p:cNvSpPr>
            <a:spLocks noGrp="1"/>
          </p:cNvSpPr>
          <p:nvPr>
            <p:ph type="ftr" sz="quarter" idx="11"/>
          </p:nvPr>
        </p:nvSpPr>
        <p:spPr/>
        <p:txBody>
          <a:bodyPr/>
          <a:lstStyle/>
          <a:p>
            <a:r>
              <a:rPr lang="en-US" dirty="0"/>
              <a:t>GROWTH MARKETING PLAN</a:t>
            </a:r>
          </a:p>
        </p:txBody>
      </p:sp>
      <p:sp>
        <p:nvSpPr>
          <p:cNvPr id="5" name="Date Placeholder 4">
            <a:extLst>
              <a:ext uri="{FF2B5EF4-FFF2-40B4-BE49-F238E27FC236}">
                <a16:creationId xmlns:a16="http://schemas.microsoft.com/office/drawing/2014/main" id="{920B235E-39C7-4C78-20EF-DB48ECD9CB90}"/>
              </a:ext>
            </a:extLst>
          </p:cNvPr>
          <p:cNvSpPr>
            <a:spLocks noGrp="1"/>
          </p:cNvSpPr>
          <p:nvPr>
            <p:ph type="dt" sz="half" idx="10"/>
          </p:nvPr>
        </p:nvSpPr>
        <p:spPr/>
        <p:txBody>
          <a:bodyPr/>
          <a:lstStyle/>
          <a:p>
            <a:fld id="{D8694C3A-EE25-431B-80B1-4EF91AFC3103}" type="datetime1">
              <a:rPr lang="en-US" smtClean="0"/>
              <a:t>7/28/2026</a:t>
            </a:fld>
            <a:endParaRPr lang="en-US" dirty="0"/>
          </a:p>
        </p:txBody>
      </p:sp>
      <p:sp>
        <p:nvSpPr>
          <p:cNvPr id="7" name="Slide Number Placeholder 6">
            <a:extLst>
              <a:ext uri="{FF2B5EF4-FFF2-40B4-BE49-F238E27FC236}">
                <a16:creationId xmlns:a16="http://schemas.microsoft.com/office/drawing/2014/main" id="{5EFE1A03-DCCB-53C7-DBFE-2AD55C90591B}"/>
              </a:ext>
            </a:extLst>
          </p:cNvPr>
          <p:cNvSpPr>
            <a:spLocks noGrp="1"/>
          </p:cNvSpPr>
          <p:nvPr>
            <p:ph type="sldNum" sz="quarter" idx="12"/>
          </p:nvPr>
        </p:nvSpPr>
        <p:spPr/>
        <p:txBody>
          <a:bodyPr/>
          <a:lstStyle/>
          <a:p>
            <a:fld id="{CC057153-B650-4DEB-B370-79DDCFDCE934}" type="slidenum">
              <a:rPr lang="en-US" smtClean="0"/>
              <a:t>‹#›</a:t>
            </a:fld>
            <a:endParaRPr lang="en-US" dirty="0"/>
          </a:p>
        </p:txBody>
      </p:sp>
      <p:sp>
        <p:nvSpPr>
          <p:cNvPr id="4" name="Text Placeholder 3">
            <a:extLst>
              <a:ext uri="{FF2B5EF4-FFF2-40B4-BE49-F238E27FC236}">
                <a16:creationId xmlns:a16="http://schemas.microsoft.com/office/drawing/2014/main" id="{F32C4A61-EF2A-C5A5-B150-4448600B3937}"/>
              </a:ext>
            </a:extLst>
          </p:cNvPr>
          <p:cNvSpPr>
            <a:spLocks noGrp="1"/>
          </p:cNvSpPr>
          <p:nvPr>
            <p:ph type="body" sz="half" idx="2"/>
          </p:nvPr>
        </p:nvSpPr>
        <p:spPr>
          <a:xfrm>
            <a:off x="634029" y="3242949"/>
            <a:ext cx="3771899" cy="3063258"/>
          </a:xfrm>
        </p:spPr>
        <p:txBody>
          <a:bodyPr anchor="b"/>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a:t>
            </a:r>
          </a:p>
        </p:txBody>
      </p:sp>
      <p:cxnSp>
        <p:nvCxnSpPr>
          <p:cNvPr id="9" name="Straight Connector 8">
            <a:extLst>
              <a:ext uri="{FF2B5EF4-FFF2-40B4-BE49-F238E27FC236}">
                <a16:creationId xmlns:a16="http://schemas.microsoft.com/office/drawing/2014/main" id="{03E95682-83E4-B8FD-0229-98470A1CACC8}"/>
              </a:ext>
            </a:extLst>
          </p:cNvPr>
          <p:cNvCxnSpPr/>
          <p:nvPr userDrawn="1"/>
        </p:nvCxnSpPr>
        <p:spPr>
          <a:xfrm>
            <a:off x="429209" y="164150"/>
            <a:ext cx="11762791"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3" name="Picture Placeholder 2">
            <a:extLst>
              <a:ext uri="{FF2B5EF4-FFF2-40B4-BE49-F238E27FC236}">
                <a16:creationId xmlns:a16="http://schemas.microsoft.com/office/drawing/2014/main" id="{9571C769-CEC8-962A-01E6-15B0E056791E}"/>
              </a:ext>
            </a:extLst>
          </p:cNvPr>
          <p:cNvSpPr>
            <a:spLocks noGrp="1"/>
          </p:cNvSpPr>
          <p:nvPr>
            <p:ph type="pic" idx="1"/>
          </p:nvPr>
        </p:nvSpPr>
        <p:spPr>
          <a:xfrm>
            <a:off x="4962527" y="634999"/>
            <a:ext cx="6595437" cy="5588001"/>
          </a:xfrm>
          <a:blipFill dpi="0" rotWithShape="1">
            <a:blip r:embed="rId2">
              <a:alphaModFix amt="60000"/>
            </a:blip>
            <a:srcRect/>
            <a:stretch>
              <a:fillRect/>
            </a:stretch>
          </a:blipFill>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Click icon to add picture</a:t>
            </a:r>
          </a:p>
        </p:txBody>
      </p:sp>
      <p:cxnSp>
        <p:nvCxnSpPr>
          <p:cNvPr id="8" name="Straight Connector 7">
            <a:extLst>
              <a:ext uri="{FF2B5EF4-FFF2-40B4-BE49-F238E27FC236}">
                <a16:creationId xmlns:a16="http://schemas.microsoft.com/office/drawing/2014/main" id="{9C2BD7F5-CDD3-75CC-75F0-0D3B429420E5}"/>
              </a:ext>
            </a:extLst>
          </p:cNvPr>
          <p:cNvCxnSpPr>
            <a:cxnSpLocks/>
          </p:cNvCxnSpPr>
          <p:nvPr userDrawn="1"/>
        </p:nvCxnSpPr>
        <p:spPr>
          <a:xfrm>
            <a:off x="429793" y="0"/>
            <a:ext cx="0" cy="6858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975098079"/>
      </p:ext>
    </p:extLst>
  </p:cSld>
  <p:clrMapOvr>
    <a:masterClrMapping/>
  </p:clrMapOvr>
</p:sldLayout>
</file>

<file path=ppt/slideLayouts/slideLayout49.xml><?xml version="1.0" encoding="utf-8"?>
<p:sldLayout xmlns:a="http://schemas.openxmlformats.org/drawingml/2006/main" xmlns:r="http://schemas.openxmlformats.org/officeDocument/2006/relationships" xmlns:p="http://schemas.openxmlformats.org/presentationml/2006/main" preserve="1">
  <p:cSld name="Conclusion">
    <p:bg>
      <p:bgRef idx="1001">
        <a:schemeClr val="bg1"/>
      </p:bgRef>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7433D9-FD02-59E2-0F81-A0B7201D2DA0}"/>
              </a:ext>
            </a:extLst>
          </p:cNvPr>
          <p:cNvSpPr>
            <a:spLocks noGrp="1"/>
          </p:cNvSpPr>
          <p:nvPr>
            <p:ph type="title"/>
          </p:nvPr>
        </p:nvSpPr>
        <p:spPr>
          <a:xfrm>
            <a:off x="634030" y="1373816"/>
            <a:ext cx="8481399" cy="1607128"/>
          </a:xfrm>
        </p:spPr>
        <p:txBody>
          <a:bodyPr anchor="b">
            <a:noAutofit/>
          </a:bodyPr>
          <a:lstStyle>
            <a:lvl1pPr>
              <a:defRPr sz="7200">
                <a:solidFill>
                  <a:schemeClr val="tx1"/>
                </a:solidFill>
              </a:defRPr>
            </a:lvl1pPr>
          </a:lstStyle>
          <a:p>
            <a:r>
              <a:rPr lang="en-US" dirty="0"/>
              <a:t>Click to edit Master title style</a:t>
            </a:r>
          </a:p>
        </p:txBody>
      </p:sp>
      <p:sp>
        <p:nvSpPr>
          <p:cNvPr id="5" name="Footer Placeholder 4">
            <a:extLst>
              <a:ext uri="{FF2B5EF4-FFF2-40B4-BE49-F238E27FC236}">
                <a16:creationId xmlns:a16="http://schemas.microsoft.com/office/drawing/2014/main" id="{B17E6B5E-6174-FD5C-41E8-FFC44C650D7E}"/>
              </a:ext>
            </a:extLst>
          </p:cNvPr>
          <p:cNvSpPr>
            <a:spLocks noGrp="1"/>
          </p:cNvSpPr>
          <p:nvPr>
            <p:ph type="ftr" sz="quarter" idx="11"/>
          </p:nvPr>
        </p:nvSpPr>
        <p:spPr/>
        <p:txBody>
          <a:bodyPr/>
          <a:lstStyle>
            <a:lvl1pPr>
              <a:defRPr>
                <a:solidFill>
                  <a:schemeClr val="tx1"/>
                </a:solidFill>
              </a:defRPr>
            </a:lvl1pPr>
          </a:lstStyle>
          <a:p>
            <a:r>
              <a:rPr lang="en-US" dirty="0"/>
              <a:t>GROWTH MARKETING PLAN</a:t>
            </a:r>
          </a:p>
        </p:txBody>
      </p:sp>
      <p:sp>
        <p:nvSpPr>
          <p:cNvPr id="4" name="Date Placeholder 3">
            <a:extLst>
              <a:ext uri="{FF2B5EF4-FFF2-40B4-BE49-F238E27FC236}">
                <a16:creationId xmlns:a16="http://schemas.microsoft.com/office/drawing/2014/main" id="{0B9485D1-E172-8F0A-A425-3097B3ABCFB4}"/>
              </a:ext>
            </a:extLst>
          </p:cNvPr>
          <p:cNvSpPr>
            <a:spLocks noGrp="1"/>
          </p:cNvSpPr>
          <p:nvPr>
            <p:ph type="dt" sz="half" idx="10"/>
          </p:nvPr>
        </p:nvSpPr>
        <p:spPr/>
        <p:txBody>
          <a:bodyPr/>
          <a:lstStyle>
            <a:lvl1pPr>
              <a:defRPr>
                <a:solidFill>
                  <a:schemeClr val="tx1"/>
                </a:solidFill>
              </a:defRPr>
            </a:lvl1pPr>
          </a:lstStyle>
          <a:p>
            <a:fld id="{B4C3B674-A5BF-456A-8269-F8CA9F763AF0}" type="datetime1">
              <a:rPr lang="en-US" smtClean="0"/>
              <a:pPr/>
              <a:t>7/28/2026</a:t>
            </a:fld>
            <a:endParaRPr lang="en-US" dirty="0"/>
          </a:p>
        </p:txBody>
      </p:sp>
      <p:sp>
        <p:nvSpPr>
          <p:cNvPr id="6" name="Slide Number Placeholder 5">
            <a:extLst>
              <a:ext uri="{FF2B5EF4-FFF2-40B4-BE49-F238E27FC236}">
                <a16:creationId xmlns:a16="http://schemas.microsoft.com/office/drawing/2014/main" id="{4BF72154-F85B-E301-DA57-E314D7315916}"/>
              </a:ext>
            </a:extLst>
          </p:cNvPr>
          <p:cNvSpPr>
            <a:spLocks noGrp="1"/>
          </p:cNvSpPr>
          <p:nvPr>
            <p:ph type="sldNum" sz="quarter" idx="12"/>
          </p:nvPr>
        </p:nvSpPr>
        <p:spPr/>
        <p:txBody>
          <a:bodyPr/>
          <a:lstStyle>
            <a:lvl1pPr>
              <a:defRPr>
                <a:solidFill>
                  <a:schemeClr val="tx1"/>
                </a:solidFill>
              </a:defRPr>
            </a:lvl1pPr>
          </a:lstStyle>
          <a:p>
            <a:fld id="{CC057153-B650-4DEB-B370-79DDCFDCE934}" type="slidenum">
              <a:rPr lang="en-US" smtClean="0"/>
              <a:pPr/>
              <a:t>‹#›</a:t>
            </a:fld>
            <a:endParaRPr lang="en-US" dirty="0"/>
          </a:p>
        </p:txBody>
      </p:sp>
      <p:cxnSp>
        <p:nvCxnSpPr>
          <p:cNvPr id="7" name="Straight Connector 6">
            <a:extLst>
              <a:ext uri="{FF2B5EF4-FFF2-40B4-BE49-F238E27FC236}">
                <a16:creationId xmlns:a16="http://schemas.microsoft.com/office/drawing/2014/main" id="{BB4F35B0-78B0-CF96-BDA9-3D1E19B0636E}"/>
              </a:ext>
            </a:extLst>
          </p:cNvPr>
          <p:cNvCxnSpPr/>
          <p:nvPr userDrawn="1"/>
        </p:nvCxnSpPr>
        <p:spPr>
          <a:xfrm>
            <a:off x="429209" y="164150"/>
            <a:ext cx="11762791"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8" name="Content Placeholder 7">
            <a:extLst>
              <a:ext uri="{FF2B5EF4-FFF2-40B4-BE49-F238E27FC236}">
                <a16:creationId xmlns:a16="http://schemas.microsoft.com/office/drawing/2014/main" id="{C7E1FCC9-2D1D-9C6B-8C9A-E3D0A77DBEF0}"/>
              </a:ext>
            </a:extLst>
          </p:cNvPr>
          <p:cNvSpPr>
            <a:spLocks noGrp="1"/>
          </p:cNvSpPr>
          <p:nvPr>
            <p:ph sz="quarter" idx="13"/>
          </p:nvPr>
        </p:nvSpPr>
        <p:spPr>
          <a:xfrm>
            <a:off x="633481" y="3615051"/>
            <a:ext cx="10367898" cy="2607949"/>
          </a:xfrm>
        </p:spPr>
        <p:txBody>
          <a:bodyPr>
            <a:normAutofit/>
          </a:bodyPr>
          <a:lstStyle>
            <a:lvl1pPr marL="0" indent="0">
              <a:buNone/>
              <a:defRPr sz="1600">
                <a:solidFill>
                  <a:schemeClr val="tx1"/>
                </a:solidFill>
              </a:defRPr>
            </a:lvl1pPr>
            <a:lvl2pPr marL="228600" indent="0">
              <a:buNone/>
              <a:defRPr sz="1600">
                <a:solidFill>
                  <a:schemeClr val="tx1"/>
                </a:solidFill>
              </a:defRPr>
            </a:lvl2pPr>
            <a:lvl3pPr marL="457200" indent="0">
              <a:buNone/>
              <a:defRPr sz="1600">
                <a:solidFill>
                  <a:schemeClr val="tx1"/>
                </a:solidFill>
              </a:defRPr>
            </a:lvl3pPr>
            <a:lvl4pPr marL="685800" indent="0">
              <a:buNone/>
              <a:defRPr sz="1600">
                <a:solidFill>
                  <a:schemeClr val="tx1"/>
                </a:solidFill>
              </a:defRPr>
            </a:lvl4pPr>
            <a:lvl5pPr marL="914400" indent="0">
              <a:buNone/>
              <a:defRPr sz="1600">
                <a:solidFill>
                  <a:schemeClr val="tx1"/>
                </a:solidFil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cxnSp>
        <p:nvCxnSpPr>
          <p:cNvPr id="3" name="Straight Connector 2">
            <a:extLst>
              <a:ext uri="{FF2B5EF4-FFF2-40B4-BE49-F238E27FC236}">
                <a16:creationId xmlns:a16="http://schemas.microsoft.com/office/drawing/2014/main" id="{55FE6CEC-AEBC-8860-A62E-637765B0DE26}"/>
              </a:ext>
            </a:extLst>
          </p:cNvPr>
          <p:cNvCxnSpPr>
            <a:cxnSpLocks/>
          </p:cNvCxnSpPr>
          <p:nvPr userDrawn="1"/>
        </p:nvCxnSpPr>
        <p:spPr>
          <a:xfrm>
            <a:off x="429793" y="0"/>
            <a:ext cx="0" cy="6858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172631864"/>
      </p:ext>
    </p:extLst>
  </p:cSld>
  <p:clrMapOvr>
    <a:overrideClrMapping bg1="lt1" tx1="dk1" bg2="lt2" tx2="dk2" accent1="accent1" accent2="accent2" accent3="accent3" accent4="accent4" accent5="accent5" accent6="accent6" hlink="hlink" folHlink="folHlink"/>
  </p:clrMapOvr>
</p:sldLayout>
</file>

<file path=ppt/slideLayouts/slideLayout50.xml><?xml version="1.0" encoding="utf-8"?>
<p:sldLayout xmlns:a="http://schemas.openxmlformats.org/drawingml/2006/main" xmlns:r="http://schemas.openxmlformats.org/officeDocument/2006/relationships" xmlns:p="http://schemas.openxmlformats.org/presentationml/2006/main" preserve="1">
  <p:cSld name="Conclusion 2">
    <p:bg>
      <p:bgPr>
        <a:solidFill>
          <a:schemeClr val="accent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7433D9-FD02-59E2-0F81-A0B7201D2DA0}"/>
              </a:ext>
            </a:extLst>
          </p:cNvPr>
          <p:cNvSpPr>
            <a:spLocks noGrp="1"/>
          </p:cNvSpPr>
          <p:nvPr>
            <p:ph type="title"/>
          </p:nvPr>
        </p:nvSpPr>
        <p:spPr>
          <a:xfrm>
            <a:off x="634030" y="1756098"/>
            <a:ext cx="10923925" cy="2595476"/>
          </a:xfrm>
        </p:spPr>
        <p:txBody>
          <a:bodyPr anchor="b">
            <a:noAutofit/>
          </a:bodyPr>
          <a:lstStyle>
            <a:lvl1pPr>
              <a:defRPr sz="4000" b="0" i="0">
                <a:solidFill>
                  <a:schemeClr val="bg1"/>
                </a:solidFill>
                <a:latin typeface="+mn-lt"/>
              </a:defRPr>
            </a:lvl1pPr>
          </a:lstStyle>
          <a:p>
            <a:r>
              <a:rPr lang="en-US" dirty="0"/>
              <a:t>Click to edit Master title style</a:t>
            </a:r>
          </a:p>
        </p:txBody>
      </p:sp>
      <p:cxnSp>
        <p:nvCxnSpPr>
          <p:cNvPr id="8" name="Straight Connector 7">
            <a:extLst>
              <a:ext uri="{FF2B5EF4-FFF2-40B4-BE49-F238E27FC236}">
                <a16:creationId xmlns:a16="http://schemas.microsoft.com/office/drawing/2014/main" id="{6C31587E-E768-0BED-F16B-618390A49DBC}"/>
              </a:ext>
            </a:extLst>
          </p:cNvPr>
          <p:cNvCxnSpPr/>
          <p:nvPr userDrawn="1"/>
        </p:nvCxnSpPr>
        <p:spPr>
          <a:xfrm>
            <a:off x="429209" y="164150"/>
            <a:ext cx="11762791" cy="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sp>
        <p:nvSpPr>
          <p:cNvPr id="5" name="Footer Placeholder 4">
            <a:extLst>
              <a:ext uri="{FF2B5EF4-FFF2-40B4-BE49-F238E27FC236}">
                <a16:creationId xmlns:a16="http://schemas.microsoft.com/office/drawing/2014/main" id="{B17E6B5E-6174-FD5C-41E8-FFC44C650D7E}"/>
              </a:ext>
            </a:extLst>
          </p:cNvPr>
          <p:cNvSpPr>
            <a:spLocks noGrp="1"/>
          </p:cNvSpPr>
          <p:nvPr>
            <p:ph type="ftr" sz="quarter" idx="11"/>
          </p:nvPr>
        </p:nvSpPr>
        <p:spPr/>
        <p:txBody>
          <a:bodyPr/>
          <a:lstStyle>
            <a:lvl1pPr>
              <a:defRPr>
                <a:solidFill>
                  <a:schemeClr val="bg1"/>
                </a:solidFill>
              </a:defRPr>
            </a:lvl1pPr>
          </a:lstStyle>
          <a:p>
            <a:r>
              <a:rPr lang="en-US" dirty="0"/>
              <a:t>GROWTH MARKETING PLAN</a:t>
            </a:r>
          </a:p>
        </p:txBody>
      </p:sp>
      <p:sp>
        <p:nvSpPr>
          <p:cNvPr id="4" name="Date Placeholder 3">
            <a:extLst>
              <a:ext uri="{FF2B5EF4-FFF2-40B4-BE49-F238E27FC236}">
                <a16:creationId xmlns:a16="http://schemas.microsoft.com/office/drawing/2014/main" id="{0B9485D1-E172-8F0A-A425-3097B3ABCFB4}"/>
              </a:ext>
            </a:extLst>
          </p:cNvPr>
          <p:cNvSpPr>
            <a:spLocks noGrp="1"/>
          </p:cNvSpPr>
          <p:nvPr>
            <p:ph type="dt" sz="half" idx="10"/>
          </p:nvPr>
        </p:nvSpPr>
        <p:spPr/>
        <p:txBody>
          <a:bodyPr/>
          <a:lstStyle>
            <a:lvl1pPr>
              <a:defRPr>
                <a:solidFill>
                  <a:schemeClr val="bg1"/>
                </a:solidFill>
              </a:defRPr>
            </a:lvl1pPr>
          </a:lstStyle>
          <a:p>
            <a:fld id="{2C9D3C1B-3A72-4E86-BA17-923EE76E5763}" type="datetime1">
              <a:rPr lang="en-US" smtClean="0"/>
              <a:pPr/>
              <a:t>7/28/2026</a:t>
            </a:fld>
            <a:endParaRPr lang="en-US" dirty="0"/>
          </a:p>
        </p:txBody>
      </p:sp>
      <p:sp>
        <p:nvSpPr>
          <p:cNvPr id="6" name="Slide Number Placeholder 5">
            <a:extLst>
              <a:ext uri="{FF2B5EF4-FFF2-40B4-BE49-F238E27FC236}">
                <a16:creationId xmlns:a16="http://schemas.microsoft.com/office/drawing/2014/main" id="{4BF72154-F85B-E301-DA57-E314D7315916}"/>
              </a:ext>
            </a:extLst>
          </p:cNvPr>
          <p:cNvSpPr>
            <a:spLocks noGrp="1"/>
          </p:cNvSpPr>
          <p:nvPr>
            <p:ph type="sldNum" sz="quarter" idx="12"/>
          </p:nvPr>
        </p:nvSpPr>
        <p:spPr/>
        <p:txBody>
          <a:bodyPr/>
          <a:lstStyle>
            <a:lvl1pPr>
              <a:defRPr>
                <a:solidFill>
                  <a:schemeClr val="bg1"/>
                </a:solidFill>
              </a:defRPr>
            </a:lvl1pPr>
          </a:lstStyle>
          <a:p>
            <a:fld id="{CC057153-B650-4DEB-B370-79DDCFDCE934}" type="slidenum">
              <a:rPr lang="en-US" smtClean="0"/>
              <a:pPr/>
              <a:t>‹#›</a:t>
            </a:fld>
            <a:endParaRPr lang="en-US" dirty="0"/>
          </a:p>
        </p:txBody>
      </p:sp>
      <p:sp>
        <p:nvSpPr>
          <p:cNvPr id="7" name="Content Placeholder 6">
            <a:extLst>
              <a:ext uri="{FF2B5EF4-FFF2-40B4-BE49-F238E27FC236}">
                <a16:creationId xmlns:a16="http://schemas.microsoft.com/office/drawing/2014/main" id="{053FFEDA-E57B-DF13-2394-A1514E15F85A}"/>
              </a:ext>
            </a:extLst>
          </p:cNvPr>
          <p:cNvSpPr>
            <a:spLocks noGrp="1"/>
          </p:cNvSpPr>
          <p:nvPr>
            <p:ph sz="quarter" idx="14"/>
          </p:nvPr>
        </p:nvSpPr>
        <p:spPr>
          <a:xfrm>
            <a:off x="633485" y="4732574"/>
            <a:ext cx="6595990" cy="1605164"/>
          </a:xfrm>
        </p:spPr>
        <p:txBody>
          <a:bodyPr anchor="b">
            <a:noAutofit/>
          </a:bodyPr>
          <a:lstStyle>
            <a:lvl1pPr marL="0" indent="0">
              <a:lnSpc>
                <a:spcPct val="120000"/>
              </a:lnSpc>
              <a:spcBef>
                <a:spcPts val="1000"/>
              </a:spcBef>
              <a:buNone/>
              <a:defRPr sz="1600">
                <a:solidFill>
                  <a:schemeClr val="bg1"/>
                </a:solidFill>
              </a:defRPr>
            </a:lvl1pPr>
            <a:lvl2pPr marL="228600" indent="0">
              <a:lnSpc>
                <a:spcPct val="120000"/>
              </a:lnSpc>
              <a:spcBef>
                <a:spcPts val="1000"/>
              </a:spcBef>
              <a:buNone/>
              <a:defRPr sz="1600">
                <a:solidFill>
                  <a:schemeClr val="bg1"/>
                </a:solidFill>
              </a:defRPr>
            </a:lvl2pPr>
            <a:lvl3pPr marL="457200" indent="0">
              <a:lnSpc>
                <a:spcPct val="120000"/>
              </a:lnSpc>
              <a:spcBef>
                <a:spcPts val="1000"/>
              </a:spcBef>
              <a:buNone/>
              <a:defRPr sz="1600">
                <a:solidFill>
                  <a:schemeClr val="bg1"/>
                </a:solidFill>
              </a:defRPr>
            </a:lvl3pPr>
            <a:lvl4pPr marL="685800" indent="0">
              <a:lnSpc>
                <a:spcPct val="120000"/>
              </a:lnSpc>
              <a:spcBef>
                <a:spcPts val="1000"/>
              </a:spcBef>
              <a:buNone/>
              <a:defRPr sz="1600">
                <a:solidFill>
                  <a:schemeClr val="bg1"/>
                </a:solidFill>
              </a:defRPr>
            </a:lvl4pPr>
            <a:lvl5pPr marL="914400" indent="0">
              <a:lnSpc>
                <a:spcPct val="120000"/>
              </a:lnSpc>
              <a:spcBef>
                <a:spcPts val="1000"/>
              </a:spcBef>
              <a:buNone/>
              <a:defRPr sz="1600">
                <a:solidFill>
                  <a:schemeClr val="bg1"/>
                </a:solidFil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cxnSp>
        <p:nvCxnSpPr>
          <p:cNvPr id="3" name="Straight Connector 2">
            <a:extLst>
              <a:ext uri="{FF2B5EF4-FFF2-40B4-BE49-F238E27FC236}">
                <a16:creationId xmlns:a16="http://schemas.microsoft.com/office/drawing/2014/main" id="{A329D384-6BDA-A5B3-C1ED-7DADE9654365}"/>
              </a:ext>
            </a:extLst>
          </p:cNvPr>
          <p:cNvCxnSpPr>
            <a:cxnSpLocks/>
          </p:cNvCxnSpPr>
          <p:nvPr userDrawn="1"/>
        </p:nvCxnSpPr>
        <p:spPr>
          <a:xfrm>
            <a:off x="429793" y="0"/>
            <a:ext cx="0" cy="6858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457966120"/>
      </p:ext>
    </p:extLst>
  </p:cSld>
  <p:clrMapOvr>
    <a:overrideClrMapping bg1="dk1" tx1="lt1" bg2="dk2" tx2="lt2" accent1="accent1" accent2="accent2" accent3="accent3" accent4="accent4" accent5="accent5" accent6="accent6" hlink="hlink" folHlink="folHlink"/>
  </p:clrMapOvr>
</p:sldLayout>
</file>

<file path=ppt/slideMasters/_rels/slideMaster1.xml.rels><?xml version="1.0" encoding="UTF-8" standalone="yes"?>
<Relationships xmlns="http://schemas.openxmlformats.org/package/2006/relationships"><Relationship Id="rId13" Type="http://schemas.openxmlformats.org/officeDocument/2006/relationships/slideLayout" Target="../slideLayouts/slideLayout13.xml"/><Relationship Id="rId18" Type="http://schemas.openxmlformats.org/officeDocument/2006/relationships/slideLayout" Target="../slideLayouts/slideLayout18.xml"/><Relationship Id="rId26" Type="http://schemas.openxmlformats.org/officeDocument/2006/relationships/slideLayout" Target="../slideLayouts/slideLayout26.xml"/><Relationship Id="rId39" Type="http://schemas.openxmlformats.org/officeDocument/2006/relationships/slideLayout" Target="../slideLayouts/slideLayout39.xml"/><Relationship Id="rId21" Type="http://schemas.openxmlformats.org/officeDocument/2006/relationships/slideLayout" Target="../slideLayouts/slideLayout21.xml"/><Relationship Id="rId34" Type="http://schemas.openxmlformats.org/officeDocument/2006/relationships/slideLayout" Target="../slideLayouts/slideLayout34.xml"/><Relationship Id="rId42" Type="http://schemas.openxmlformats.org/officeDocument/2006/relationships/slideLayout" Target="../slideLayouts/slideLayout42.xml"/><Relationship Id="rId47" Type="http://schemas.openxmlformats.org/officeDocument/2006/relationships/slideLayout" Target="../slideLayouts/slideLayout47.xml"/><Relationship Id="rId50" Type="http://schemas.openxmlformats.org/officeDocument/2006/relationships/slideLayout" Target="../slideLayouts/slideLayout50.xml"/><Relationship Id="rId7" Type="http://schemas.openxmlformats.org/officeDocument/2006/relationships/slideLayout" Target="../slideLayouts/slideLayout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9" Type="http://schemas.openxmlformats.org/officeDocument/2006/relationships/slideLayout" Target="../slideLayouts/slideLayout29.xml"/><Relationship Id="rId11" Type="http://schemas.openxmlformats.org/officeDocument/2006/relationships/slideLayout" Target="../slideLayouts/slideLayout11.xml"/><Relationship Id="rId24" Type="http://schemas.openxmlformats.org/officeDocument/2006/relationships/slideLayout" Target="../slideLayouts/slideLayout24.xml"/><Relationship Id="rId32" Type="http://schemas.openxmlformats.org/officeDocument/2006/relationships/slideLayout" Target="../slideLayouts/slideLayout32.xml"/><Relationship Id="rId37" Type="http://schemas.openxmlformats.org/officeDocument/2006/relationships/slideLayout" Target="../slideLayouts/slideLayout37.xml"/><Relationship Id="rId40" Type="http://schemas.openxmlformats.org/officeDocument/2006/relationships/slideLayout" Target="../slideLayouts/slideLayout40.xml"/><Relationship Id="rId45" Type="http://schemas.openxmlformats.org/officeDocument/2006/relationships/slideLayout" Target="../slideLayouts/slideLayout45.xml"/><Relationship Id="rId5" Type="http://schemas.openxmlformats.org/officeDocument/2006/relationships/slideLayout" Target="../slideLayouts/slideLayout5.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28" Type="http://schemas.openxmlformats.org/officeDocument/2006/relationships/slideLayout" Target="../slideLayouts/slideLayout28.xml"/><Relationship Id="rId36" Type="http://schemas.openxmlformats.org/officeDocument/2006/relationships/slideLayout" Target="../slideLayouts/slideLayout36.xml"/><Relationship Id="rId49" Type="http://schemas.openxmlformats.org/officeDocument/2006/relationships/slideLayout" Target="../slideLayouts/slideLayout49.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31" Type="http://schemas.openxmlformats.org/officeDocument/2006/relationships/slideLayout" Target="../slideLayouts/slideLayout31.xml"/><Relationship Id="rId44" Type="http://schemas.openxmlformats.org/officeDocument/2006/relationships/slideLayout" Target="../slideLayouts/slideLayout44.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slideLayout" Target="../slideLayouts/slideLayout22.xml"/><Relationship Id="rId27" Type="http://schemas.openxmlformats.org/officeDocument/2006/relationships/slideLayout" Target="../slideLayouts/slideLayout27.xml"/><Relationship Id="rId30" Type="http://schemas.openxmlformats.org/officeDocument/2006/relationships/slideLayout" Target="../slideLayouts/slideLayout30.xml"/><Relationship Id="rId35" Type="http://schemas.openxmlformats.org/officeDocument/2006/relationships/slideLayout" Target="../slideLayouts/slideLayout35.xml"/><Relationship Id="rId43" Type="http://schemas.openxmlformats.org/officeDocument/2006/relationships/slideLayout" Target="../slideLayouts/slideLayout43.xml"/><Relationship Id="rId48" Type="http://schemas.openxmlformats.org/officeDocument/2006/relationships/slideLayout" Target="../slideLayouts/slideLayout48.xml"/><Relationship Id="rId8" Type="http://schemas.openxmlformats.org/officeDocument/2006/relationships/slideLayout" Target="../slideLayouts/slideLayout8.xml"/><Relationship Id="rId51" Type="http://schemas.openxmlformats.org/officeDocument/2006/relationships/theme" Target="../theme/theme1.xml"/><Relationship Id="rId3" Type="http://schemas.openxmlformats.org/officeDocument/2006/relationships/slideLayout" Target="../slideLayouts/slideLayout3.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slideLayout" Target="../slideLayouts/slideLayout25.xml"/><Relationship Id="rId33" Type="http://schemas.openxmlformats.org/officeDocument/2006/relationships/slideLayout" Target="../slideLayouts/slideLayout33.xml"/><Relationship Id="rId38" Type="http://schemas.openxmlformats.org/officeDocument/2006/relationships/slideLayout" Target="../slideLayouts/slideLayout38.xml"/><Relationship Id="rId46" Type="http://schemas.openxmlformats.org/officeDocument/2006/relationships/slideLayout" Target="../slideLayouts/slideLayout46.xml"/><Relationship Id="rId20" Type="http://schemas.openxmlformats.org/officeDocument/2006/relationships/slideLayout" Target="../slideLayouts/slideLayout20.xml"/><Relationship Id="rId41" Type="http://schemas.openxmlformats.org/officeDocument/2006/relationships/slideLayout" Target="../slideLayouts/slideLayout41.xml"/><Relationship Id="rId1" Type="http://schemas.openxmlformats.org/officeDocument/2006/relationships/slideLayout" Target="../slideLayouts/slideLayout1.xml"/><Relationship Id="rId6" Type="http://schemas.openxmlformats.org/officeDocument/2006/relationships/slideLayout" Target="../slideLayouts/slideLayout6.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2"/>
        </a:solidFill>
        <a:effectLst/>
      </p:bgPr>
    </p:bg>
    <p:spTree>
      <p:nvGrpSpPr>
        <p:cNvPr id="1" name=""/>
        <p:cNvGrpSpPr/>
        <p:nvPr/>
      </p:nvGrpSpPr>
      <p:grpSpPr>
        <a:xfrm>
          <a:off x="0" y="0"/>
          <a:ext cx="0" cy="0"/>
          <a:chOff x="0" y="0"/>
          <a:chExt cx="0" cy="0"/>
        </a:xfrm>
      </p:grpSpPr>
      <p:sp>
        <p:nvSpPr>
          <p:cNvPr id="6" name="Slide Number Placeholder 5">
            <a:extLst>
              <a:ext uri="{FF2B5EF4-FFF2-40B4-BE49-F238E27FC236}">
                <a16:creationId xmlns:a16="http://schemas.microsoft.com/office/drawing/2014/main" id="{7AC1647D-0DF0-CA1B-F723-EF7B8F508DB7}"/>
              </a:ext>
            </a:extLst>
          </p:cNvPr>
          <p:cNvSpPr>
            <a:spLocks noGrp="1"/>
          </p:cNvSpPr>
          <p:nvPr>
            <p:ph type="sldNum" sz="quarter" idx="4"/>
          </p:nvPr>
        </p:nvSpPr>
        <p:spPr>
          <a:xfrm>
            <a:off x="2" y="6492513"/>
            <a:ext cx="429207" cy="365125"/>
          </a:xfrm>
          <a:prstGeom prst="rect">
            <a:avLst/>
          </a:prstGeom>
        </p:spPr>
        <p:txBody>
          <a:bodyPr vert="horz" lIns="91440" tIns="45720" rIns="91440" bIns="45720" rtlCol="0" anchor="ctr"/>
          <a:lstStyle>
            <a:lvl1pPr algn="ctr">
              <a:defRPr sz="800" b="0" i="0">
                <a:solidFill>
                  <a:schemeClr val="tx1"/>
                </a:solidFill>
                <a:latin typeface="+mn-lt"/>
                <a:ea typeface="Batang" panose="02030600000101010101" pitchFamily="18" charset="-127"/>
              </a:defRPr>
            </a:lvl1pPr>
          </a:lstStyle>
          <a:p>
            <a:fld id="{CC057153-B650-4DEB-B370-79DDCFDCE934}" type="slidenum">
              <a:rPr lang="en-US" smtClean="0"/>
              <a:pPr/>
              <a:t>‹#›</a:t>
            </a:fld>
            <a:endParaRPr lang="en-US" dirty="0"/>
          </a:p>
        </p:txBody>
      </p:sp>
      <p:sp>
        <p:nvSpPr>
          <p:cNvPr id="5" name="Footer Placeholder 4">
            <a:extLst>
              <a:ext uri="{FF2B5EF4-FFF2-40B4-BE49-F238E27FC236}">
                <a16:creationId xmlns:a16="http://schemas.microsoft.com/office/drawing/2014/main" id="{D4E1B7C8-DA74-800B-EE14-A39E9DB32DE4}"/>
              </a:ext>
            </a:extLst>
          </p:cNvPr>
          <p:cNvSpPr>
            <a:spLocks noGrp="1"/>
          </p:cNvSpPr>
          <p:nvPr>
            <p:ph type="ftr" sz="quarter" idx="3"/>
          </p:nvPr>
        </p:nvSpPr>
        <p:spPr>
          <a:xfrm rot="16200000">
            <a:off x="-2067304" y="2231454"/>
            <a:ext cx="4564376" cy="429768"/>
          </a:xfrm>
          <a:prstGeom prst="rect">
            <a:avLst/>
          </a:prstGeom>
        </p:spPr>
        <p:txBody>
          <a:bodyPr vert="horz" lIns="91440" tIns="45720" rIns="91440" bIns="45720" rtlCol="0" anchor="ctr"/>
          <a:lstStyle>
            <a:lvl1pPr algn="r">
              <a:defRPr sz="800" b="0" i="0">
                <a:solidFill>
                  <a:schemeClr val="tx1"/>
                </a:solidFill>
                <a:latin typeface="+mn-lt"/>
                <a:ea typeface="Batang" panose="02030600000101010101" pitchFamily="18" charset="-127"/>
              </a:defRPr>
            </a:lvl1pPr>
          </a:lstStyle>
          <a:p>
            <a:r>
              <a:rPr lang="en-US" dirty="0"/>
              <a:t>GROWTH MARKETING PLAN</a:t>
            </a:r>
          </a:p>
        </p:txBody>
      </p:sp>
      <p:sp>
        <p:nvSpPr>
          <p:cNvPr id="4" name="Date Placeholder 3">
            <a:extLst>
              <a:ext uri="{FF2B5EF4-FFF2-40B4-BE49-F238E27FC236}">
                <a16:creationId xmlns:a16="http://schemas.microsoft.com/office/drawing/2014/main" id="{3995753E-AF8A-7E04-8A1A-205B755A0215}"/>
              </a:ext>
            </a:extLst>
          </p:cNvPr>
          <p:cNvSpPr>
            <a:spLocks noGrp="1"/>
          </p:cNvSpPr>
          <p:nvPr>
            <p:ph type="dt" sz="half" idx="2"/>
          </p:nvPr>
        </p:nvSpPr>
        <p:spPr>
          <a:xfrm rot="16200000">
            <a:off x="-532352" y="5260879"/>
            <a:ext cx="1494475" cy="429768"/>
          </a:xfrm>
          <a:prstGeom prst="rect">
            <a:avLst/>
          </a:prstGeom>
        </p:spPr>
        <p:txBody>
          <a:bodyPr vert="horz" lIns="91440" tIns="45720" rIns="91440" bIns="45720" rtlCol="0" anchor="ctr"/>
          <a:lstStyle>
            <a:lvl1pPr algn="l">
              <a:defRPr sz="800" b="0" i="0">
                <a:solidFill>
                  <a:schemeClr val="tx1"/>
                </a:solidFill>
                <a:latin typeface="+mn-lt"/>
                <a:ea typeface="Batang" panose="02030600000101010101" pitchFamily="18" charset="-127"/>
              </a:defRPr>
            </a:lvl1pPr>
          </a:lstStyle>
          <a:p>
            <a:fld id="{652F8955-0F19-465D-B095-4EFD5ED08188}" type="datetime1">
              <a:rPr lang="en-US" smtClean="0"/>
              <a:pPr/>
              <a:t>7/28/2026</a:t>
            </a:fld>
            <a:endParaRPr lang="en-US" dirty="0"/>
          </a:p>
        </p:txBody>
      </p:sp>
      <p:sp>
        <p:nvSpPr>
          <p:cNvPr id="3" name="Text Placeholder 2">
            <a:extLst>
              <a:ext uri="{FF2B5EF4-FFF2-40B4-BE49-F238E27FC236}">
                <a16:creationId xmlns:a16="http://schemas.microsoft.com/office/drawing/2014/main" id="{5516AFD5-5144-C460-0CA4-644BC4A93C02}"/>
              </a:ext>
            </a:extLst>
          </p:cNvPr>
          <p:cNvSpPr>
            <a:spLocks noGrp="1"/>
          </p:cNvSpPr>
          <p:nvPr>
            <p:ph type="body" idx="1"/>
          </p:nvPr>
        </p:nvSpPr>
        <p:spPr>
          <a:xfrm>
            <a:off x="634030" y="2129474"/>
            <a:ext cx="10923934" cy="4093525"/>
          </a:xfrm>
          <a:prstGeom prst="rect">
            <a:avLst/>
          </a:prstGeom>
        </p:spPr>
        <p:txBody>
          <a:bodyPr vert="horz" lIns="91440" tIns="45720" rIns="91440" bIns="4572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2" name="Title Placeholder 1">
            <a:extLst>
              <a:ext uri="{FF2B5EF4-FFF2-40B4-BE49-F238E27FC236}">
                <a16:creationId xmlns:a16="http://schemas.microsoft.com/office/drawing/2014/main" id="{475BFB69-9245-EC58-F1DE-FEB625BD336A}"/>
              </a:ext>
            </a:extLst>
          </p:cNvPr>
          <p:cNvSpPr>
            <a:spLocks noGrp="1"/>
          </p:cNvSpPr>
          <p:nvPr>
            <p:ph type="title"/>
          </p:nvPr>
        </p:nvSpPr>
        <p:spPr>
          <a:xfrm>
            <a:off x="634030" y="1001714"/>
            <a:ext cx="10923934" cy="755659"/>
          </a:xfrm>
          <a:prstGeom prst="rect">
            <a:avLst/>
          </a:prstGeom>
        </p:spPr>
        <p:txBody>
          <a:bodyPr vert="horz" lIns="91440" tIns="45720" rIns="91440" bIns="45720" rtlCol="0" anchor="t">
            <a:normAutofit/>
          </a:bodyPr>
          <a:lstStyle/>
          <a:p>
            <a:r>
              <a:rPr lang="en-US" dirty="0"/>
              <a:t>Click to edit Master title style</a:t>
            </a:r>
          </a:p>
        </p:txBody>
      </p:sp>
    </p:spTree>
    <p:extLst>
      <p:ext uri="{BB962C8B-B14F-4D97-AF65-F5344CB8AC3E}">
        <p14:creationId xmlns:p14="http://schemas.microsoft.com/office/powerpoint/2010/main" val="3137627104"/>
      </p:ext>
    </p:extLst>
  </p:cSld>
  <p:clrMap bg1="lt1" tx1="dk1" bg2="lt2" tx2="dk2" accent1="accent1" accent2="accent2" accent3="accent3" accent4="accent4" accent5="accent5" accent6="accent6" hlink="hlink" folHlink="folHlink"/>
  <p:sldLayoutIdLst>
    <p:sldLayoutId id="2147483765" r:id="rId1"/>
    <p:sldLayoutId id="2147483766" r:id="rId2"/>
    <p:sldLayoutId id="2147483767" r:id="rId3"/>
    <p:sldLayoutId id="2147483768" r:id="rId4"/>
    <p:sldLayoutId id="2147483769" r:id="rId5"/>
    <p:sldLayoutId id="2147483770" r:id="rId6"/>
    <p:sldLayoutId id="2147483771" r:id="rId7"/>
    <p:sldLayoutId id="2147483772" r:id="rId8"/>
    <p:sldLayoutId id="2147483773" r:id="rId9"/>
    <p:sldLayoutId id="2147483774" r:id="rId10"/>
    <p:sldLayoutId id="2147483775" r:id="rId11"/>
    <p:sldLayoutId id="2147483776" r:id="rId12"/>
    <p:sldLayoutId id="2147483777" r:id="rId13"/>
    <p:sldLayoutId id="2147483778" r:id="rId14"/>
    <p:sldLayoutId id="2147483779" r:id="rId15"/>
    <p:sldLayoutId id="2147483780" r:id="rId16"/>
    <p:sldLayoutId id="2147483781" r:id="rId17"/>
    <p:sldLayoutId id="2147483783" r:id="rId18"/>
    <p:sldLayoutId id="2147483784" r:id="rId19"/>
    <p:sldLayoutId id="2147483785" r:id="rId20"/>
    <p:sldLayoutId id="2147483786" r:id="rId21"/>
    <p:sldLayoutId id="2147483787" r:id="rId22"/>
    <p:sldLayoutId id="2147483788" r:id="rId23"/>
    <p:sldLayoutId id="2147483789" r:id="rId24"/>
    <p:sldLayoutId id="2147483790" r:id="rId25"/>
    <p:sldLayoutId id="2147483791" r:id="rId26"/>
    <p:sldLayoutId id="2147483792" r:id="rId27"/>
    <p:sldLayoutId id="2147483793" r:id="rId28"/>
    <p:sldLayoutId id="2147483794" r:id="rId29"/>
    <p:sldLayoutId id="2147483795" r:id="rId30"/>
    <p:sldLayoutId id="2147483796" r:id="rId31"/>
    <p:sldLayoutId id="2147483797" r:id="rId32"/>
    <p:sldLayoutId id="2147483782" r:id="rId33"/>
    <p:sldLayoutId id="2147483798" r:id="rId34"/>
    <p:sldLayoutId id="2147483799" r:id="rId35"/>
    <p:sldLayoutId id="2147483800" r:id="rId36"/>
    <p:sldLayoutId id="2147483801" r:id="rId37"/>
    <p:sldLayoutId id="2147483802" r:id="rId38"/>
    <p:sldLayoutId id="2147483803" r:id="rId39"/>
    <p:sldLayoutId id="2147483804" r:id="rId40"/>
    <p:sldLayoutId id="2147483805" r:id="rId41"/>
    <p:sldLayoutId id="2147483806" r:id="rId42"/>
    <p:sldLayoutId id="2147483807" r:id="rId43"/>
    <p:sldLayoutId id="2147483808" r:id="rId44"/>
    <p:sldLayoutId id="2147483809" r:id="rId45"/>
    <p:sldLayoutId id="2147483810" r:id="rId46"/>
    <p:sldLayoutId id="2147483811" r:id="rId47"/>
    <p:sldLayoutId id="2147483812" r:id="rId48"/>
    <p:sldLayoutId id="2147483813" r:id="rId49"/>
    <p:sldLayoutId id="2147483814" r:id="rId50"/>
  </p:sldLayoutIdLst>
  <p:hf hdr="0" dt="0"/>
  <p:txStyles>
    <p:titleStyle>
      <a:lvl1pPr algn="l" defTabSz="914400" rtl="0" eaLnBrk="1" latinLnBrk="0" hangingPunct="1">
        <a:lnSpc>
          <a:spcPct val="90000"/>
        </a:lnSpc>
        <a:spcBef>
          <a:spcPct val="0"/>
        </a:spcBef>
        <a:buNone/>
        <a:defRPr sz="4000" b="0" i="0" kern="1200" cap="all" baseline="0">
          <a:solidFill>
            <a:schemeClr val="tx1"/>
          </a:solidFill>
          <a:latin typeface="+mj-lt"/>
          <a:ea typeface="+mj-ea"/>
          <a:cs typeface="+mj-cs"/>
        </a:defRPr>
      </a:lvl1pPr>
    </p:titleStyle>
    <p:bodyStyle>
      <a:lvl1pPr marL="228600" indent="-228600" algn="l" defTabSz="914400" rtl="0" eaLnBrk="1" latinLnBrk="0" hangingPunct="1">
        <a:lnSpc>
          <a:spcPct val="120000"/>
        </a:lnSpc>
        <a:spcBef>
          <a:spcPts val="1000"/>
        </a:spcBef>
        <a:buFont typeface="Arial" panose="020B0604020202020204" pitchFamily="34" charset="0"/>
        <a:buChar char="•"/>
        <a:defRPr sz="1600" b="0" i="0" kern="1200">
          <a:solidFill>
            <a:schemeClr val="tx1"/>
          </a:solidFill>
          <a:latin typeface="+mn-lt"/>
          <a:ea typeface="+mn-ea"/>
          <a:cs typeface="+mn-cs"/>
        </a:defRPr>
      </a:lvl1pPr>
      <a:lvl2pPr marL="457200" indent="-228600" algn="l" defTabSz="914400" rtl="0" eaLnBrk="1" latinLnBrk="0" hangingPunct="1">
        <a:lnSpc>
          <a:spcPct val="120000"/>
        </a:lnSpc>
        <a:spcBef>
          <a:spcPts val="500"/>
        </a:spcBef>
        <a:buFont typeface="Arial" panose="020B0604020202020204" pitchFamily="34" charset="0"/>
        <a:buChar char="•"/>
        <a:defRPr sz="1600" b="0" i="0" kern="1200">
          <a:solidFill>
            <a:schemeClr val="tx1"/>
          </a:solidFill>
          <a:latin typeface="+mn-lt"/>
          <a:ea typeface="+mn-ea"/>
          <a:cs typeface="+mn-cs"/>
        </a:defRPr>
      </a:lvl2pPr>
      <a:lvl3pPr marL="685800" indent="-228600" algn="l" defTabSz="914400" rtl="0" eaLnBrk="1" latinLnBrk="0" hangingPunct="1">
        <a:lnSpc>
          <a:spcPct val="120000"/>
        </a:lnSpc>
        <a:spcBef>
          <a:spcPts val="500"/>
        </a:spcBef>
        <a:buFont typeface="Arial" panose="020B0604020202020204" pitchFamily="34" charset="0"/>
        <a:buChar char="•"/>
        <a:defRPr sz="1600" b="0" i="0" kern="1200">
          <a:solidFill>
            <a:schemeClr val="tx1"/>
          </a:solidFill>
          <a:latin typeface="+mn-lt"/>
          <a:ea typeface="+mn-ea"/>
          <a:cs typeface="+mn-cs"/>
        </a:defRPr>
      </a:lvl3pPr>
      <a:lvl4pPr marL="914400" indent="-228600" algn="l" defTabSz="914400" rtl="0" eaLnBrk="1" latinLnBrk="0" hangingPunct="1">
        <a:lnSpc>
          <a:spcPct val="120000"/>
        </a:lnSpc>
        <a:spcBef>
          <a:spcPts val="500"/>
        </a:spcBef>
        <a:buFont typeface="Arial" panose="020B0604020202020204" pitchFamily="34" charset="0"/>
        <a:buChar char="•"/>
        <a:defRPr sz="1600" b="0" i="0" kern="1200">
          <a:solidFill>
            <a:schemeClr val="tx1"/>
          </a:solidFill>
          <a:latin typeface="+mn-lt"/>
          <a:ea typeface="+mn-ea"/>
          <a:cs typeface="+mn-cs"/>
        </a:defRPr>
      </a:lvl4pPr>
      <a:lvl5pPr marL="1143000" indent="-228600" algn="l" defTabSz="914400" rtl="0" eaLnBrk="1" latinLnBrk="0" hangingPunct="1">
        <a:lnSpc>
          <a:spcPct val="120000"/>
        </a:lnSpc>
        <a:spcBef>
          <a:spcPts val="500"/>
        </a:spcBef>
        <a:buFont typeface="Arial" panose="020B0604020202020204" pitchFamily="34" charset="0"/>
        <a:buChar char="•"/>
        <a:defRPr sz="1600" b="0" i="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5" orient="horz" pos="2160">
          <p15:clr>
            <a:srgbClr val="F26B43"/>
          </p15:clr>
        </p15:guide>
        <p15:guide id="6" pos="3840">
          <p15:clr>
            <a:srgbClr val="F26B43"/>
          </p15:clr>
        </p15:guide>
      </p15:sldGuideLst>
    </p:ext>
  </p:extLst>
</p:sldMaster>
</file>

<file path=ppt/slides/_rels/slide1.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1.xml"/><Relationship Id="rId1" Type="http://schemas.openxmlformats.org/officeDocument/2006/relationships/slideLayout" Target="../slideLayouts/slideLayout33.xml"/></Relationships>
</file>

<file path=ppt/slides/_rels/slide2.xml.rels><?xml version="1.0" encoding="UTF-8" standalone="yes"?>
<Relationships xmlns="http://schemas.openxmlformats.org/package/2006/relationships"><Relationship Id="rId3" Type="http://schemas.openxmlformats.org/officeDocument/2006/relationships/image" Target="../media/image15.jpeg"/><Relationship Id="rId2" Type="http://schemas.openxmlformats.org/officeDocument/2006/relationships/notesSlide" Target="../notesSlides/notesSlide2.xml"/><Relationship Id="rId1" Type="http://schemas.openxmlformats.org/officeDocument/2006/relationships/slideLayout" Target="../slideLayouts/slideLayout10.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5.xml"/></Relationships>
</file>

<file path=ppt/slides/_rels/slide4.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4.xml"/><Relationship Id="rId1" Type="http://schemas.openxmlformats.org/officeDocument/2006/relationships/slideLayout" Target="../slideLayouts/slideLayout15.xml"/></Relationships>
</file>

<file path=ppt/slides/_rels/slide5.xml.rels><?xml version="1.0" encoding="UTF-8" standalone="yes"?>
<Relationships xmlns="http://schemas.openxmlformats.org/package/2006/relationships"><Relationship Id="rId3" Type="http://schemas.openxmlformats.org/officeDocument/2006/relationships/image" Target="../media/image17.jpeg"/><Relationship Id="rId2" Type="http://schemas.openxmlformats.org/officeDocument/2006/relationships/notesSlide" Target="../notesSlides/notesSlide5.xml"/><Relationship Id="rId1" Type="http://schemas.openxmlformats.org/officeDocument/2006/relationships/slideLayout" Target="../slideLayouts/slideLayout27.xml"/></Relationships>
</file>

<file path=ppt/slides/_rels/slide6.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6.xml"/><Relationship Id="rId1" Type="http://schemas.openxmlformats.org/officeDocument/2006/relationships/slideLayout" Target="../slideLayouts/slideLayout43.xml"/></Relationships>
</file>

<file path=ppt/slides/_rels/slide7.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7.xml"/><Relationship Id="rId1" Type="http://schemas.openxmlformats.org/officeDocument/2006/relationships/slideLayout" Target="../slideLayouts/slideLayout43.xml"/></Relationships>
</file>

<file path=ppt/slides/_rels/slide8.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8.xml"/><Relationship Id="rId1" Type="http://schemas.openxmlformats.org/officeDocument/2006/relationships/slideLayout" Target="../slideLayouts/slideLayout43.xml"/></Relationships>
</file>

<file path=ppt/slides/_rels/slide9.xml.rels><?xml version="1.0" encoding="UTF-8" standalone="yes"?>
<Relationships xmlns="http://schemas.openxmlformats.org/package/2006/relationships"><Relationship Id="rId3" Type="http://schemas.openxmlformats.org/officeDocument/2006/relationships/image" Target="../media/image21.jpeg"/><Relationship Id="rId2" Type="http://schemas.openxmlformats.org/officeDocument/2006/relationships/notesSlide" Target="../notesSlides/notesSlide9.xml"/><Relationship Id="rId1" Type="http://schemas.openxmlformats.org/officeDocument/2006/relationships/slideLayout" Target="../slideLayouts/slideLayout8.xml"/></Relationships>
</file>

<file path=ppt/slides/_rels/slide10.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image" Target="../media/image23.jpeg"/><Relationship Id="rId1" Type="http://schemas.openxmlformats.org/officeDocument/2006/relationships/slideLayout" Target="../slideLayouts/slideLayout25.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accent4">
            <a:lumMod val="20000"/>
            <a:lumOff val="80000"/>
          </a:schemeClr>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F057989-07E4-B482-9F2A-EBF670F7FA92}"/>
              </a:ext>
            </a:extLst>
          </p:cNvPr>
          <p:cNvSpPr>
            <a:spLocks noGrp="1"/>
          </p:cNvSpPr>
          <p:nvPr>
            <p:ph type="title"/>
          </p:nvPr>
        </p:nvSpPr>
        <p:spPr>
          <a:xfrm>
            <a:off x="380031" y="1386343"/>
            <a:ext cx="5955028" cy="1203055"/>
          </a:xfrm>
        </p:spPr>
        <p:txBody>
          <a:bodyPr>
            <a:normAutofit fontScale="90000"/>
          </a:bodyPr>
          <a:lstStyle/>
          <a:p>
            <a:r>
              <a:rPr lang="en-US" sz="4400">
                <a:ea typeface="Dotum"/>
              </a:rPr>
              <a:t>Diamonds Predictor Application</a:t>
            </a:r>
            <a:r>
              <a:rPr lang="en-US" dirty="0">
                <a:ea typeface="Dotum"/>
              </a:rPr>
              <a:t> </a:t>
            </a:r>
            <a:endParaRPr lang="en-US"/>
          </a:p>
        </p:txBody>
      </p:sp>
      <p:pic>
        <p:nvPicPr>
          <p:cNvPr id="16" name="Picture Placeholder 15">
            <a:extLst>
              <a:ext uri="{FF2B5EF4-FFF2-40B4-BE49-F238E27FC236}">
                <a16:creationId xmlns:a16="http://schemas.microsoft.com/office/drawing/2014/main" id="{0EF92AAA-69F5-4BBD-D336-59ACECD44524}"/>
              </a:ext>
            </a:extLst>
          </p:cNvPr>
          <p:cNvPicPr>
            <a:picLocks noGrp="1" noChangeAspect="1"/>
          </p:cNvPicPr>
          <p:nvPr>
            <p:ph type="pic" sz="quarter" idx="13"/>
          </p:nvPr>
        </p:nvPicPr>
        <p:blipFill>
          <a:blip r:embed="rId3"/>
          <a:srcRect l="12" r="12"/>
          <a:stretch>
            <a:fillRect/>
          </a:stretch>
        </p:blipFill>
        <p:spPr>
          <a:xfrm>
            <a:off x="7065403" y="-1"/>
            <a:ext cx="5131677" cy="6861627"/>
          </a:xfrm>
          <a:prstGeom prst="rect">
            <a:avLst/>
          </a:prstGeom>
        </p:spPr>
      </p:pic>
      <p:sp>
        <p:nvSpPr>
          <p:cNvPr id="3" name="Subtitle 2">
            <a:extLst>
              <a:ext uri="{FF2B5EF4-FFF2-40B4-BE49-F238E27FC236}">
                <a16:creationId xmlns:a16="http://schemas.microsoft.com/office/drawing/2014/main" id="{363CF5F8-0028-8636-5006-5D5C52B32774}"/>
              </a:ext>
            </a:extLst>
          </p:cNvPr>
          <p:cNvSpPr>
            <a:spLocks noGrp="1"/>
          </p:cNvSpPr>
          <p:nvPr>
            <p:ph sz="quarter" idx="14"/>
          </p:nvPr>
        </p:nvSpPr>
        <p:spPr>
          <a:xfrm>
            <a:off x="3882671" y="6216091"/>
            <a:ext cx="2452715" cy="363255"/>
          </a:xfrm>
        </p:spPr>
        <p:txBody>
          <a:bodyPr>
            <a:normAutofit fontScale="92500"/>
          </a:bodyPr>
          <a:lstStyle/>
          <a:p>
            <a:r>
              <a:rPr lang="en-US"/>
              <a:t>Presented by Saad Ehsan</a:t>
            </a:r>
            <a:endParaRPr lang="en-US" dirty="0"/>
          </a:p>
        </p:txBody>
      </p:sp>
      <p:sp>
        <p:nvSpPr>
          <p:cNvPr id="5" name="Title 1">
            <a:extLst>
              <a:ext uri="{FF2B5EF4-FFF2-40B4-BE49-F238E27FC236}">
                <a16:creationId xmlns:a16="http://schemas.microsoft.com/office/drawing/2014/main" id="{6375D6BD-E5D7-409B-37D6-DAB352D2EC81}"/>
              </a:ext>
            </a:extLst>
          </p:cNvPr>
          <p:cNvSpPr txBox="1">
            <a:spLocks/>
          </p:cNvSpPr>
          <p:nvPr/>
        </p:nvSpPr>
        <p:spPr>
          <a:xfrm>
            <a:off x="380031" y="2786971"/>
            <a:ext cx="5955028" cy="636998"/>
          </a:xfrm>
          <a:prstGeom prst="rect">
            <a:avLst/>
          </a:prstGeom>
        </p:spPr>
        <p:txBody>
          <a:bodyPr vert="horz" lIns="91440" tIns="45720" rIns="91440" bIns="45720" rtlCol="0" anchor="b">
            <a:noAutofit/>
          </a:bodyPr>
          <a:lstStyle>
            <a:lvl1pPr algn="l" defTabSz="914400" rtl="0" eaLnBrk="1" latinLnBrk="0" hangingPunct="1">
              <a:lnSpc>
                <a:spcPct val="90000"/>
              </a:lnSpc>
              <a:spcBef>
                <a:spcPct val="0"/>
              </a:spcBef>
              <a:buNone/>
              <a:defRPr sz="7200" b="0" i="0" kern="1200" cap="all" baseline="0">
                <a:solidFill>
                  <a:schemeClr val="tx1"/>
                </a:solidFill>
                <a:latin typeface="+mj-lt"/>
                <a:ea typeface="Dotum" panose="020B0600000101010101" pitchFamily="34" charset="-127"/>
                <a:cs typeface="Noto Sans Kannada Thin" panose="020B0202040504020204" pitchFamily="34" charset="0"/>
              </a:defRPr>
            </a:lvl1pPr>
          </a:lstStyle>
          <a:p>
            <a:r>
              <a:rPr lang="en-US" sz="1800">
                <a:ea typeface="+mj-lt"/>
                <a:cs typeface="+mj-lt"/>
              </a:rPr>
              <a:t>Machine Learning for Pricing, Quality Assessment, and Customer Segmentation </a:t>
            </a:r>
            <a:endParaRPr lang="en-US" sz="1800"/>
          </a:p>
        </p:txBody>
      </p:sp>
    </p:spTree>
    <p:extLst>
      <p:ext uri="{BB962C8B-B14F-4D97-AF65-F5344CB8AC3E}">
        <p14:creationId xmlns:p14="http://schemas.microsoft.com/office/powerpoint/2010/main" val="177383137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accent4">
            <a:lumMod val="20000"/>
            <a:lumOff val="80000"/>
          </a:schemeClr>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5D0D9FB-B08B-6550-BEBF-B430741924E7}"/>
              </a:ext>
            </a:extLst>
          </p:cNvPr>
          <p:cNvSpPr>
            <a:spLocks noGrp="1"/>
          </p:cNvSpPr>
          <p:nvPr>
            <p:ph type="title"/>
          </p:nvPr>
        </p:nvSpPr>
        <p:spPr>
          <a:xfrm>
            <a:off x="6514676" y="1001716"/>
            <a:ext cx="5587573" cy="1459832"/>
          </a:xfrm>
        </p:spPr>
        <p:txBody>
          <a:bodyPr/>
          <a:lstStyle/>
          <a:p>
            <a:r>
              <a:rPr lang="en-US"/>
              <a:t>Business Problem</a:t>
            </a:r>
            <a:endParaRPr lang="en-US" dirty="0"/>
          </a:p>
        </p:txBody>
      </p:sp>
      <p:sp>
        <p:nvSpPr>
          <p:cNvPr id="6" name="Slide Number Placeholder 5">
            <a:extLst>
              <a:ext uri="{FF2B5EF4-FFF2-40B4-BE49-F238E27FC236}">
                <a16:creationId xmlns:a16="http://schemas.microsoft.com/office/drawing/2014/main" id="{A6597480-562D-362F-4FFD-70F352A11955}"/>
              </a:ext>
            </a:extLst>
          </p:cNvPr>
          <p:cNvSpPr>
            <a:spLocks noGrp="1"/>
          </p:cNvSpPr>
          <p:nvPr>
            <p:ph type="sldNum" sz="quarter" idx="12"/>
          </p:nvPr>
        </p:nvSpPr>
        <p:spPr/>
        <p:txBody>
          <a:bodyPr/>
          <a:lstStyle/>
          <a:p>
            <a:fld id="{CC057153-B650-4DEB-B370-79DDCFDCE934}" type="slidenum">
              <a:rPr lang="en-US" smtClean="0"/>
              <a:t>2</a:t>
            </a:fld>
            <a:endParaRPr lang="en-US" dirty="0"/>
          </a:p>
        </p:txBody>
      </p:sp>
      <p:sp>
        <p:nvSpPr>
          <p:cNvPr id="5" name="Footer Placeholder 4">
            <a:extLst>
              <a:ext uri="{FF2B5EF4-FFF2-40B4-BE49-F238E27FC236}">
                <a16:creationId xmlns:a16="http://schemas.microsoft.com/office/drawing/2014/main" id="{C4E30805-9EDF-DFE1-AE27-78BEC69286BD}"/>
              </a:ext>
            </a:extLst>
          </p:cNvPr>
          <p:cNvSpPr>
            <a:spLocks noGrp="1"/>
          </p:cNvSpPr>
          <p:nvPr>
            <p:ph type="ftr" sz="quarter" idx="11"/>
          </p:nvPr>
        </p:nvSpPr>
        <p:spPr>
          <a:xfrm rot="16200000">
            <a:off x="-2154389" y="2144369"/>
            <a:ext cx="4724033" cy="444282"/>
          </a:xfrm>
        </p:spPr>
        <p:txBody>
          <a:bodyPr/>
          <a:lstStyle/>
          <a:p>
            <a:r>
              <a:rPr lang="en-US">
                <a:ea typeface="Batang"/>
              </a:rPr>
              <a:t>Diamonds Predictor Application</a:t>
            </a:r>
          </a:p>
        </p:txBody>
      </p:sp>
      <p:pic>
        <p:nvPicPr>
          <p:cNvPr id="8" name="Picture Placeholder 7" descr="A white vase with dried flowers">
            <a:extLst>
              <a:ext uri="{FF2B5EF4-FFF2-40B4-BE49-F238E27FC236}">
                <a16:creationId xmlns:a16="http://schemas.microsoft.com/office/drawing/2014/main" id="{AEA16DDC-C63C-0A75-89CD-9003DA6F199A}"/>
              </a:ext>
            </a:extLst>
          </p:cNvPr>
          <p:cNvPicPr>
            <a:picLocks noGrp="1" noChangeAspect="1"/>
          </p:cNvPicPr>
          <p:nvPr>
            <p:ph type="pic" sz="quarter" idx="14"/>
          </p:nvPr>
        </p:nvPicPr>
        <p:blipFill>
          <a:blip r:embed="rId3" cstate="screen">
            <a:extLst>
              <a:ext uri="{28A0092B-C50C-407E-A947-70E740481C1C}">
                <a14:useLocalDpi xmlns:a14="http://schemas.microsoft.com/office/drawing/2010/main"/>
              </a:ext>
            </a:extLst>
          </a:blip>
          <a:srcRect/>
          <a:stretch>
            <a:fillRect/>
          </a:stretch>
        </p:blipFill>
        <p:spPr/>
      </p:pic>
      <p:sp>
        <p:nvSpPr>
          <p:cNvPr id="3" name="Content Placeholder 2">
            <a:extLst>
              <a:ext uri="{FF2B5EF4-FFF2-40B4-BE49-F238E27FC236}">
                <a16:creationId xmlns:a16="http://schemas.microsoft.com/office/drawing/2014/main" id="{79BC7904-BA22-561E-1DE0-8E716FCEA69E}"/>
              </a:ext>
            </a:extLst>
          </p:cNvPr>
          <p:cNvSpPr>
            <a:spLocks noGrp="1"/>
          </p:cNvSpPr>
          <p:nvPr>
            <p:ph sz="quarter" idx="13"/>
          </p:nvPr>
        </p:nvSpPr>
        <p:spPr>
          <a:xfrm>
            <a:off x="6515324" y="2799002"/>
            <a:ext cx="5674011" cy="1471827"/>
          </a:xfrm>
        </p:spPr>
        <p:txBody>
          <a:bodyPr anchor="ctr">
            <a:normAutofit/>
          </a:bodyPr>
          <a:lstStyle/>
          <a:p>
            <a:r>
              <a:rPr lang="en-US">
                <a:ea typeface="+mn-lt"/>
                <a:cs typeface="+mn-lt"/>
              </a:rPr>
              <a:t>How can a diamond retailer accurately price diamonds, assess their quality, and segment customers to improve sales and profitability?</a:t>
            </a:r>
            <a:endParaRPr lang="en-US"/>
          </a:p>
        </p:txBody>
      </p:sp>
    </p:spTree>
    <p:extLst>
      <p:ext uri="{BB962C8B-B14F-4D97-AF65-F5344CB8AC3E}">
        <p14:creationId xmlns:p14="http://schemas.microsoft.com/office/powerpoint/2010/main" val="154517706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accent4">
            <a:lumMod val="20000"/>
            <a:lumOff val="80000"/>
          </a:schemeClr>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1896B45-59A7-C589-9ECA-BA4BE7D7D9F3}"/>
              </a:ext>
            </a:extLst>
          </p:cNvPr>
          <p:cNvSpPr>
            <a:spLocks noGrp="1"/>
          </p:cNvSpPr>
          <p:nvPr>
            <p:ph type="title"/>
          </p:nvPr>
        </p:nvSpPr>
        <p:spPr/>
        <p:txBody>
          <a:bodyPr anchor="ctr"/>
          <a:lstStyle/>
          <a:p>
            <a:r>
              <a:rPr lang="en-US"/>
              <a:t>Dataset</a:t>
            </a:r>
            <a:br>
              <a:rPr lang="en-US" dirty="0"/>
            </a:br>
            <a:r>
              <a:rPr lang="en-US"/>
              <a:t>OVERVIEW</a:t>
            </a:r>
            <a:endParaRPr lang="en-US" dirty="0"/>
          </a:p>
        </p:txBody>
      </p:sp>
      <p:sp>
        <p:nvSpPr>
          <p:cNvPr id="7" name="Slide Number Placeholder 6">
            <a:extLst>
              <a:ext uri="{FF2B5EF4-FFF2-40B4-BE49-F238E27FC236}">
                <a16:creationId xmlns:a16="http://schemas.microsoft.com/office/drawing/2014/main" id="{7E547D68-CFC1-8AF4-FE7E-36D912B1B951}"/>
              </a:ext>
            </a:extLst>
          </p:cNvPr>
          <p:cNvSpPr>
            <a:spLocks noGrp="1"/>
          </p:cNvSpPr>
          <p:nvPr>
            <p:ph type="sldNum" sz="quarter" idx="12"/>
          </p:nvPr>
        </p:nvSpPr>
        <p:spPr/>
        <p:txBody>
          <a:bodyPr/>
          <a:lstStyle/>
          <a:p>
            <a:fld id="{CC057153-B650-4DEB-B370-79DDCFDCE934}" type="slidenum">
              <a:rPr lang="en-US" smtClean="0"/>
              <a:t>3</a:t>
            </a:fld>
            <a:endParaRPr lang="en-US" dirty="0"/>
          </a:p>
        </p:txBody>
      </p:sp>
      <p:sp>
        <p:nvSpPr>
          <p:cNvPr id="5" name="Content Placeholder 4">
            <a:extLst>
              <a:ext uri="{FF2B5EF4-FFF2-40B4-BE49-F238E27FC236}">
                <a16:creationId xmlns:a16="http://schemas.microsoft.com/office/drawing/2014/main" id="{FBFE3E85-F977-4917-D2F3-E64C503441F1}"/>
              </a:ext>
            </a:extLst>
          </p:cNvPr>
          <p:cNvSpPr>
            <a:spLocks noGrp="1"/>
          </p:cNvSpPr>
          <p:nvPr>
            <p:ph sz="quarter" idx="13"/>
          </p:nvPr>
        </p:nvSpPr>
        <p:spPr>
          <a:xfrm>
            <a:off x="5185350" y="4549358"/>
            <a:ext cx="6209054" cy="2195057"/>
          </a:xfrm>
        </p:spPr>
        <p:txBody>
          <a:bodyPr/>
          <a:lstStyle/>
          <a:p>
            <a:pPr marL="0" indent="0">
              <a:buNone/>
            </a:pPr>
            <a:r>
              <a:rPr lang="en-US" b="1" dirty="0">
                <a:ea typeface="+mn-lt"/>
                <a:cs typeface="+mn-lt"/>
              </a:rPr>
              <a:t>Source</a:t>
            </a:r>
            <a:r>
              <a:rPr lang="en-US" dirty="0">
                <a:ea typeface="+mn-lt"/>
                <a:cs typeface="+mn-lt"/>
              </a:rPr>
              <a:t>: Kaggle </a:t>
            </a:r>
            <a:endParaRPr lang="en-US" dirty="0"/>
          </a:p>
          <a:p>
            <a:pPr marL="0" indent="0">
              <a:buNone/>
            </a:pPr>
            <a:r>
              <a:rPr lang="en-US" b="1" dirty="0">
                <a:ea typeface="+mn-lt"/>
                <a:cs typeface="+mn-lt"/>
              </a:rPr>
              <a:t>Rows</a:t>
            </a:r>
            <a:r>
              <a:rPr lang="en-US" dirty="0">
                <a:ea typeface="+mn-lt"/>
                <a:cs typeface="+mn-lt"/>
              </a:rPr>
              <a:t>: 53,940 </a:t>
            </a:r>
            <a:endParaRPr lang="en-US" dirty="0"/>
          </a:p>
          <a:p>
            <a:pPr marL="0" indent="0">
              <a:buNone/>
            </a:pPr>
            <a:r>
              <a:rPr lang="en-US" b="1" dirty="0">
                <a:ea typeface="+mn-lt"/>
                <a:cs typeface="+mn-lt"/>
              </a:rPr>
              <a:t>Features</a:t>
            </a:r>
            <a:r>
              <a:rPr lang="en-US" dirty="0">
                <a:ea typeface="+mn-lt"/>
                <a:cs typeface="+mn-lt"/>
              </a:rPr>
              <a:t>: carat, depth, table, x, y, z, price, cut, color, clarity</a:t>
            </a:r>
            <a:endParaRPr lang="en-US" dirty="0"/>
          </a:p>
        </p:txBody>
      </p:sp>
      <p:sp>
        <p:nvSpPr>
          <p:cNvPr id="4" name="Footer Placeholder 4">
            <a:extLst>
              <a:ext uri="{FF2B5EF4-FFF2-40B4-BE49-F238E27FC236}">
                <a16:creationId xmlns:a16="http://schemas.microsoft.com/office/drawing/2014/main" id="{F7F57E9F-98B9-9801-BF65-4B849F02C54F}"/>
              </a:ext>
            </a:extLst>
          </p:cNvPr>
          <p:cNvSpPr txBox="1">
            <a:spLocks/>
          </p:cNvSpPr>
          <p:nvPr/>
        </p:nvSpPr>
        <p:spPr>
          <a:xfrm rot="16200000">
            <a:off x="-2067304" y="2064540"/>
            <a:ext cx="4564376" cy="429768"/>
          </a:xfrm>
          <a:prstGeom prst="rect">
            <a:avLst/>
          </a:prstGeom>
        </p:spPr>
        <p:txBody>
          <a:bodyPr vert="horz" lIns="91440" tIns="45720" rIns="91440" bIns="45720" rtlCol="0" anchor="ctr"/>
          <a:lstStyle>
            <a:defPPr>
              <a:defRPr lang="en-US"/>
            </a:defPPr>
            <a:lvl1pPr marL="0" algn="r" defTabSz="914400" rtl="0" eaLnBrk="1" latinLnBrk="0" hangingPunct="1">
              <a:defRPr sz="800" b="0" i="0" kern="1200">
                <a:solidFill>
                  <a:schemeClr val="tx1"/>
                </a:solidFill>
                <a:latin typeface="+mn-lt"/>
                <a:ea typeface="Batang" panose="02030600000101010101" pitchFamily="18" charset="-127"/>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a:ea typeface="Batang"/>
              </a:rPr>
              <a:t>Diamonds Predictor Application</a:t>
            </a:r>
          </a:p>
        </p:txBody>
      </p:sp>
      <p:graphicFrame>
        <p:nvGraphicFramePr>
          <p:cNvPr id="9" name="Table 8">
            <a:extLst>
              <a:ext uri="{FF2B5EF4-FFF2-40B4-BE49-F238E27FC236}">
                <a16:creationId xmlns:a16="http://schemas.microsoft.com/office/drawing/2014/main" id="{166C743B-A674-660C-ADE3-7A546DA2AA94}"/>
              </a:ext>
            </a:extLst>
          </p:cNvPr>
          <p:cNvGraphicFramePr>
            <a:graphicFrameLocks noGrp="1"/>
          </p:cNvGraphicFramePr>
          <p:nvPr>
            <p:extLst>
              <p:ext uri="{D42A27DB-BD31-4B8C-83A1-F6EECF244321}">
                <p14:modId xmlns:p14="http://schemas.microsoft.com/office/powerpoint/2010/main" val="1173112009"/>
              </p:ext>
            </p:extLst>
          </p:nvPr>
        </p:nvGraphicFramePr>
        <p:xfrm>
          <a:off x="5744936" y="264523"/>
          <a:ext cx="5448300" cy="4282440"/>
        </p:xfrm>
        <a:graphic>
          <a:graphicData uri="http://schemas.openxmlformats.org/drawingml/2006/table">
            <a:tbl>
              <a:tblPr bandRow="1">
                <a:tableStyleId>{69012ECD-51FC-41F1-AA8D-1B2483CD663E}</a:tableStyleId>
              </a:tblPr>
              <a:tblGrid>
                <a:gridCol w="495300">
                  <a:extLst>
                    <a:ext uri="{9D8B030D-6E8A-4147-A177-3AD203B41FA5}">
                      <a16:colId xmlns:a16="http://schemas.microsoft.com/office/drawing/2014/main" val="1669683077"/>
                    </a:ext>
                  </a:extLst>
                </a:gridCol>
                <a:gridCol w="495300">
                  <a:extLst>
                    <a:ext uri="{9D8B030D-6E8A-4147-A177-3AD203B41FA5}">
                      <a16:colId xmlns:a16="http://schemas.microsoft.com/office/drawing/2014/main" val="1781808051"/>
                    </a:ext>
                  </a:extLst>
                </a:gridCol>
                <a:gridCol w="495300">
                  <a:extLst>
                    <a:ext uri="{9D8B030D-6E8A-4147-A177-3AD203B41FA5}">
                      <a16:colId xmlns:a16="http://schemas.microsoft.com/office/drawing/2014/main" val="3993026921"/>
                    </a:ext>
                  </a:extLst>
                </a:gridCol>
                <a:gridCol w="495300">
                  <a:extLst>
                    <a:ext uri="{9D8B030D-6E8A-4147-A177-3AD203B41FA5}">
                      <a16:colId xmlns:a16="http://schemas.microsoft.com/office/drawing/2014/main" val="1612168977"/>
                    </a:ext>
                  </a:extLst>
                </a:gridCol>
                <a:gridCol w="495300">
                  <a:extLst>
                    <a:ext uri="{9D8B030D-6E8A-4147-A177-3AD203B41FA5}">
                      <a16:colId xmlns:a16="http://schemas.microsoft.com/office/drawing/2014/main" val="1657825940"/>
                    </a:ext>
                  </a:extLst>
                </a:gridCol>
                <a:gridCol w="495300">
                  <a:extLst>
                    <a:ext uri="{9D8B030D-6E8A-4147-A177-3AD203B41FA5}">
                      <a16:colId xmlns:a16="http://schemas.microsoft.com/office/drawing/2014/main" val="2427957782"/>
                    </a:ext>
                  </a:extLst>
                </a:gridCol>
                <a:gridCol w="495300">
                  <a:extLst>
                    <a:ext uri="{9D8B030D-6E8A-4147-A177-3AD203B41FA5}">
                      <a16:colId xmlns:a16="http://schemas.microsoft.com/office/drawing/2014/main" val="577591712"/>
                    </a:ext>
                  </a:extLst>
                </a:gridCol>
                <a:gridCol w="495300">
                  <a:extLst>
                    <a:ext uri="{9D8B030D-6E8A-4147-A177-3AD203B41FA5}">
                      <a16:colId xmlns:a16="http://schemas.microsoft.com/office/drawing/2014/main" val="2443616079"/>
                    </a:ext>
                  </a:extLst>
                </a:gridCol>
                <a:gridCol w="495300">
                  <a:extLst>
                    <a:ext uri="{9D8B030D-6E8A-4147-A177-3AD203B41FA5}">
                      <a16:colId xmlns:a16="http://schemas.microsoft.com/office/drawing/2014/main" val="2991605850"/>
                    </a:ext>
                  </a:extLst>
                </a:gridCol>
                <a:gridCol w="495300">
                  <a:extLst>
                    <a:ext uri="{9D8B030D-6E8A-4147-A177-3AD203B41FA5}">
                      <a16:colId xmlns:a16="http://schemas.microsoft.com/office/drawing/2014/main" val="1028027329"/>
                    </a:ext>
                  </a:extLst>
                </a:gridCol>
                <a:gridCol w="495300">
                  <a:extLst>
                    <a:ext uri="{9D8B030D-6E8A-4147-A177-3AD203B41FA5}">
                      <a16:colId xmlns:a16="http://schemas.microsoft.com/office/drawing/2014/main" val="3057149365"/>
                    </a:ext>
                  </a:extLst>
                </a:gridCol>
              </a:tblGrid>
              <a:tr h="323850">
                <a:tc>
                  <a:txBody>
                    <a:bodyPr/>
                    <a:lstStyle/>
                    <a:p>
                      <a:pPr marL="0" marR="0" indent="0" algn="l" rtl="0" fontAlgn="base">
                        <a:buNone/>
                      </a:pPr>
                      <a:r>
                        <a:rPr lang="en-US" sz="1100" b="0" i="0">
                          <a:solidFill>
                            <a:srgbClr val="000000"/>
                          </a:solidFill>
                          <a:effectLst/>
                          <a:latin typeface="Cambria" panose="02040503050406030204" pitchFamily="18" charset="0"/>
                        </a:rPr>
                        <a:t>#</a:t>
                      </a:r>
                      <a:r>
                        <a:rPr lang="en-GB" sz="1100" b="0" i="0">
                          <a:solidFill>
                            <a:srgbClr val="000000"/>
                          </a:solidFill>
                          <a:effectLst/>
                          <a:latin typeface="Cambria" panose="02040503050406030204" pitchFamily="18" charset="0"/>
                        </a:rPr>
                        <a:t> </a:t>
                      </a:r>
                      <a:endParaRPr lang="en-GB" sz="900" b="0" i="0">
                        <a:solidFill>
                          <a:srgbClr val="000000"/>
                        </a:solidFill>
                        <a:effectLst/>
                        <a:latin typeface="Segoe UI" panose="020B0502040204020203" pitchFamily="34" charset="0"/>
                      </a:endParaRPr>
                    </a:p>
                  </a:txBody>
                  <a:tcPr marL="66675" marR="66675">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solidFill>
                      <a:srgbClr val="FFFFFF"/>
                    </a:solidFill>
                  </a:tcPr>
                </a:tc>
                <a:tc>
                  <a:txBody>
                    <a:bodyPr/>
                    <a:lstStyle/>
                    <a:p>
                      <a:pPr marL="0" marR="0" indent="0" algn="l" rtl="0" fontAlgn="base">
                        <a:buNone/>
                      </a:pPr>
                      <a:r>
                        <a:rPr lang="en-US" sz="1100" b="0" i="0">
                          <a:solidFill>
                            <a:srgbClr val="000000"/>
                          </a:solidFill>
                          <a:effectLst/>
                          <a:latin typeface="Cambria" panose="02040503050406030204" pitchFamily="18" charset="0"/>
                        </a:rPr>
                        <a:t>carat</a:t>
                      </a:r>
                      <a:r>
                        <a:rPr lang="en-GB" sz="1100" b="0" i="0">
                          <a:solidFill>
                            <a:srgbClr val="000000"/>
                          </a:solidFill>
                          <a:effectLst/>
                          <a:latin typeface="Cambria" panose="02040503050406030204" pitchFamily="18" charset="0"/>
                        </a:rPr>
                        <a:t> </a:t>
                      </a:r>
                      <a:endParaRPr lang="en-GB" sz="900" b="0" i="0">
                        <a:solidFill>
                          <a:srgbClr val="000000"/>
                        </a:solidFill>
                        <a:effectLst/>
                        <a:latin typeface="Segoe UI" panose="020B0502040204020203" pitchFamily="34" charset="0"/>
                      </a:endParaRPr>
                    </a:p>
                  </a:txBody>
                  <a:tcPr marL="66675" marR="66675">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solidFill>
                      <a:srgbClr val="FFFFFF"/>
                    </a:solidFill>
                  </a:tcPr>
                </a:tc>
                <a:tc>
                  <a:txBody>
                    <a:bodyPr/>
                    <a:lstStyle/>
                    <a:p>
                      <a:pPr marL="0" marR="0" indent="0" algn="l" rtl="0" fontAlgn="base">
                        <a:buNone/>
                      </a:pPr>
                      <a:r>
                        <a:rPr lang="en-US" sz="1100" b="0" i="0">
                          <a:solidFill>
                            <a:srgbClr val="000000"/>
                          </a:solidFill>
                          <a:effectLst/>
                          <a:latin typeface="Cambria" panose="02040503050406030204" pitchFamily="18" charset="0"/>
                        </a:rPr>
                        <a:t>cut</a:t>
                      </a:r>
                      <a:r>
                        <a:rPr lang="en-GB" sz="1100" b="0" i="0">
                          <a:solidFill>
                            <a:srgbClr val="000000"/>
                          </a:solidFill>
                          <a:effectLst/>
                          <a:latin typeface="Cambria" panose="02040503050406030204" pitchFamily="18" charset="0"/>
                        </a:rPr>
                        <a:t> </a:t>
                      </a:r>
                      <a:endParaRPr lang="en-GB" sz="900" b="0" i="0">
                        <a:solidFill>
                          <a:srgbClr val="000000"/>
                        </a:solidFill>
                        <a:effectLst/>
                        <a:latin typeface="Segoe UI" panose="020B0502040204020203" pitchFamily="34" charset="0"/>
                      </a:endParaRPr>
                    </a:p>
                  </a:txBody>
                  <a:tcPr marL="66675" marR="66675">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solidFill>
                      <a:srgbClr val="FFFFFF"/>
                    </a:solidFill>
                  </a:tcPr>
                </a:tc>
                <a:tc>
                  <a:txBody>
                    <a:bodyPr/>
                    <a:lstStyle/>
                    <a:p>
                      <a:pPr marL="0" marR="0" indent="0" algn="l" rtl="0" fontAlgn="base">
                        <a:buNone/>
                      </a:pPr>
                      <a:r>
                        <a:rPr lang="en-US" sz="1100" b="0" i="0">
                          <a:solidFill>
                            <a:srgbClr val="000000"/>
                          </a:solidFill>
                          <a:effectLst/>
                          <a:latin typeface="Cambria" panose="02040503050406030204" pitchFamily="18" charset="0"/>
                        </a:rPr>
                        <a:t>color</a:t>
                      </a:r>
                      <a:r>
                        <a:rPr lang="en-GB" sz="1100" b="0" i="0">
                          <a:solidFill>
                            <a:srgbClr val="000000"/>
                          </a:solidFill>
                          <a:effectLst/>
                          <a:latin typeface="Cambria" panose="02040503050406030204" pitchFamily="18" charset="0"/>
                        </a:rPr>
                        <a:t> </a:t>
                      </a:r>
                      <a:endParaRPr lang="en-GB" sz="900" b="0" i="0">
                        <a:solidFill>
                          <a:srgbClr val="000000"/>
                        </a:solidFill>
                        <a:effectLst/>
                        <a:latin typeface="Segoe UI" panose="020B0502040204020203" pitchFamily="34" charset="0"/>
                      </a:endParaRPr>
                    </a:p>
                  </a:txBody>
                  <a:tcPr marL="66675" marR="66675">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solidFill>
                      <a:srgbClr val="FFFFFF"/>
                    </a:solidFill>
                  </a:tcPr>
                </a:tc>
                <a:tc>
                  <a:txBody>
                    <a:bodyPr/>
                    <a:lstStyle/>
                    <a:p>
                      <a:pPr marL="0" marR="0" indent="0" algn="l" rtl="0" fontAlgn="base">
                        <a:buNone/>
                      </a:pPr>
                      <a:r>
                        <a:rPr lang="en-US" sz="1100" b="0" i="0">
                          <a:solidFill>
                            <a:srgbClr val="000000"/>
                          </a:solidFill>
                          <a:effectLst/>
                          <a:latin typeface="Cambria" panose="02040503050406030204" pitchFamily="18" charset="0"/>
                        </a:rPr>
                        <a:t>clarity</a:t>
                      </a:r>
                      <a:r>
                        <a:rPr lang="en-GB" sz="1100" b="0" i="0">
                          <a:solidFill>
                            <a:srgbClr val="000000"/>
                          </a:solidFill>
                          <a:effectLst/>
                          <a:latin typeface="Cambria" panose="02040503050406030204" pitchFamily="18" charset="0"/>
                        </a:rPr>
                        <a:t> </a:t>
                      </a:r>
                      <a:endParaRPr lang="en-GB" sz="900" b="0" i="0">
                        <a:solidFill>
                          <a:srgbClr val="000000"/>
                        </a:solidFill>
                        <a:effectLst/>
                        <a:latin typeface="Segoe UI" panose="020B0502040204020203" pitchFamily="34" charset="0"/>
                      </a:endParaRPr>
                    </a:p>
                  </a:txBody>
                  <a:tcPr marL="66675" marR="66675">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solidFill>
                      <a:srgbClr val="FFFFFF"/>
                    </a:solidFill>
                  </a:tcPr>
                </a:tc>
                <a:tc>
                  <a:txBody>
                    <a:bodyPr/>
                    <a:lstStyle/>
                    <a:p>
                      <a:pPr marL="0" marR="0" indent="0" algn="l" rtl="0" fontAlgn="base">
                        <a:buNone/>
                      </a:pPr>
                      <a:r>
                        <a:rPr lang="en-US" sz="1100" b="0" i="0">
                          <a:solidFill>
                            <a:srgbClr val="000000"/>
                          </a:solidFill>
                          <a:effectLst/>
                          <a:latin typeface="Cambria" panose="02040503050406030204" pitchFamily="18" charset="0"/>
                        </a:rPr>
                        <a:t>depth</a:t>
                      </a:r>
                      <a:r>
                        <a:rPr lang="en-GB" sz="1100" b="0" i="0">
                          <a:solidFill>
                            <a:srgbClr val="000000"/>
                          </a:solidFill>
                          <a:effectLst/>
                          <a:latin typeface="Cambria" panose="02040503050406030204" pitchFamily="18" charset="0"/>
                        </a:rPr>
                        <a:t> </a:t>
                      </a:r>
                      <a:endParaRPr lang="en-GB" sz="900" b="0" i="0">
                        <a:solidFill>
                          <a:srgbClr val="000000"/>
                        </a:solidFill>
                        <a:effectLst/>
                        <a:latin typeface="Segoe UI" panose="020B0502040204020203" pitchFamily="34" charset="0"/>
                      </a:endParaRPr>
                    </a:p>
                  </a:txBody>
                  <a:tcPr marL="66675" marR="66675">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solidFill>
                      <a:srgbClr val="FFFFFF"/>
                    </a:solidFill>
                  </a:tcPr>
                </a:tc>
                <a:tc>
                  <a:txBody>
                    <a:bodyPr/>
                    <a:lstStyle/>
                    <a:p>
                      <a:pPr marL="0" marR="0" indent="0" algn="l" rtl="0" fontAlgn="base">
                        <a:buNone/>
                      </a:pPr>
                      <a:r>
                        <a:rPr lang="en-US" sz="1100" b="0" i="0">
                          <a:solidFill>
                            <a:srgbClr val="000000"/>
                          </a:solidFill>
                          <a:effectLst/>
                          <a:latin typeface="Cambria" panose="02040503050406030204" pitchFamily="18" charset="0"/>
                        </a:rPr>
                        <a:t>table</a:t>
                      </a:r>
                      <a:r>
                        <a:rPr lang="en-GB" sz="1100" b="0" i="0">
                          <a:solidFill>
                            <a:srgbClr val="000000"/>
                          </a:solidFill>
                          <a:effectLst/>
                          <a:latin typeface="Cambria" panose="02040503050406030204" pitchFamily="18" charset="0"/>
                        </a:rPr>
                        <a:t> </a:t>
                      </a:r>
                      <a:endParaRPr lang="en-GB" sz="900" b="0" i="0">
                        <a:solidFill>
                          <a:srgbClr val="000000"/>
                        </a:solidFill>
                        <a:effectLst/>
                        <a:latin typeface="Segoe UI" panose="020B0502040204020203" pitchFamily="34" charset="0"/>
                      </a:endParaRPr>
                    </a:p>
                  </a:txBody>
                  <a:tcPr marL="66675" marR="66675">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solidFill>
                      <a:srgbClr val="FFFFFF"/>
                    </a:solidFill>
                  </a:tcPr>
                </a:tc>
                <a:tc>
                  <a:txBody>
                    <a:bodyPr/>
                    <a:lstStyle/>
                    <a:p>
                      <a:pPr marL="0" marR="0" indent="0" algn="l" rtl="0" fontAlgn="base">
                        <a:buNone/>
                      </a:pPr>
                      <a:r>
                        <a:rPr lang="en-US" sz="1100" b="0" i="0">
                          <a:solidFill>
                            <a:srgbClr val="000000"/>
                          </a:solidFill>
                          <a:effectLst/>
                          <a:latin typeface="Cambria" panose="02040503050406030204" pitchFamily="18" charset="0"/>
                        </a:rPr>
                        <a:t>price</a:t>
                      </a:r>
                      <a:r>
                        <a:rPr lang="en-GB" sz="1100" b="0" i="0">
                          <a:solidFill>
                            <a:srgbClr val="000000"/>
                          </a:solidFill>
                          <a:effectLst/>
                          <a:latin typeface="Cambria" panose="02040503050406030204" pitchFamily="18" charset="0"/>
                        </a:rPr>
                        <a:t> </a:t>
                      </a:r>
                      <a:endParaRPr lang="en-GB" sz="900" b="0" i="0">
                        <a:solidFill>
                          <a:srgbClr val="000000"/>
                        </a:solidFill>
                        <a:effectLst/>
                        <a:latin typeface="Segoe UI" panose="020B0502040204020203" pitchFamily="34" charset="0"/>
                      </a:endParaRPr>
                    </a:p>
                  </a:txBody>
                  <a:tcPr marL="66675" marR="66675">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solidFill>
                      <a:srgbClr val="FFFFFF"/>
                    </a:solidFill>
                  </a:tcPr>
                </a:tc>
                <a:tc>
                  <a:txBody>
                    <a:bodyPr/>
                    <a:lstStyle/>
                    <a:p>
                      <a:pPr marL="0" marR="0" indent="0" algn="l" rtl="0" fontAlgn="base">
                        <a:buNone/>
                      </a:pPr>
                      <a:r>
                        <a:rPr lang="en-US" sz="1100" b="0" i="0">
                          <a:solidFill>
                            <a:srgbClr val="000000"/>
                          </a:solidFill>
                          <a:effectLst/>
                          <a:latin typeface="Cambria" panose="02040503050406030204" pitchFamily="18" charset="0"/>
                        </a:rPr>
                        <a:t>x</a:t>
                      </a:r>
                      <a:r>
                        <a:rPr lang="en-GB" sz="1100" b="0" i="0">
                          <a:solidFill>
                            <a:srgbClr val="000000"/>
                          </a:solidFill>
                          <a:effectLst/>
                          <a:latin typeface="Cambria" panose="02040503050406030204" pitchFamily="18" charset="0"/>
                        </a:rPr>
                        <a:t> </a:t>
                      </a:r>
                      <a:endParaRPr lang="en-GB" sz="900" b="0" i="0">
                        <a:solidFill>
                          <a:srgbClr val="000000"/>
                        </a:solidFill>
                        <a:effectLst/>
                        <a:latin typeface="Segoe UI" panose="020B0502040204020203" pitchFamily="34" charset="0"/>
                      </a:endParaRPr>
                    </a:p>
                  </a:txBody>
                  <a:tcPr marL="66675" marR="66675">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solidFill>
                      <a:srgbClr val="FFFFFF"/>
                    </a:solidFill>
                  </a:tcPr>
                </a:tc>
                <a:tc>
                  <a:txBody>
                    <a:bodyPr/>
                    <a:lstStyle/>
                    <a:p>
                      <a:pPr marL="0" marR="0" indent="0" algn="l" rtl="0" fontAlgn="base">
                        <a:buNone/>
                      </a:pPr>
                      <a:r>
                        <a:rPr lang="en-US" sz="1100" b="0" i="0">
                          <a:solidFill>
                            <a:srgbClr val="000000"/>
                          </a:solidFill>
                          <a:effectLst/>
                          <a:latin typeface="Cambria" panose="02040503050406030204" pitchFamily="18" charset="0"/>
                        </a:rPr>
                        <a:t>y</a:t>
                      </a:r>
                      <a:r>
                        <a:rPr lang="en-GB" sz="1100" b="0" i="0">
                          <a:solidFill>
                            <a:srgbClr val="000000"/>
                          </a:solidFill>
                          <a:effectLst/>
                          <a:latin typeface="Cambria" panose="02040503050406030204" pitchFamily="18" charset="0"/>
                        </a:rPr>
                        <a:t> </a:t>
                      </a:r>
                      <a:endParaRPr lang="en-GB" sz="900" b="0" i="0">
                        <a:solidFill>
                          <a:srgbClr val="000000"/>
                        </a:solidFill>
                        <a:effectLst/>
                        <a:latin typeface="Segoe UI" panose="020B0502040204020203" pitchFamily="34" charset="0"/>
                      </a:endParaRPr>
                    </a:p>
                  </a:txBody>
                  <a:tcPr marL="66675" marR="66675">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solidFill>
                      <a:srgbClr val="FFFFFF"/>
                    </a:solidFill>
                  </a:tcPr>
                </a:tc>
                <a:tc>
                  <a:txBody>
                    <a:bodyPr/>
                    <a:lstStyle/>
                    <a:p>
                      <a:pPr marL="0" marR="0" indent="0" algn="l" rtl="0" fontAlgn="base">
                        <a:buNone/>
                      </a:pPr>
                      <a:r>
                        <a:rPr lang="en-US" sz="1100" b="0" i="0">
                          <a:solidFill>
                            <a:srgbClr val="000000"/>
                          </a:solidFill>
                          <a:effectLst/>
                          <a:latin typeface="Cambria" panose="02040503050406030204" pitchFamily="18" charset="0"/>
                        </a:rPr>
                        <a:t>z</a:t>
                      </a:r>
                      <a:r>
                        <a:rPr lang="en-GB" sz="1100" b="0" i="0">
                          <a:solidFill>
                            <a:srgbClr val="000000"/>
                          </a:solidFill>
                          <a:effectLst/>
                          <a:latin typeface="Cambria" panose="02040503050406030204" pitchFamily="18" charset="0"/>
                        </a:rPr>
                        <a:t> </a:t>
                      </a:r>
                      <a:endParaRPr lang="en-GB" sz="900" b="0" i="0">
                        <a:solidFill>
                          <a:srgbClr val="000000"/>
                        </a:solidFill>
                        <a:effectLst/>
                        <a:latin typeface="Segoe UI" panose="020B0502040204020203" pitchFamily="34" charset="0"/>
                      </a:endParaRPr>
                    </a:p>
                  </a:txBody>
                  <a:tcPr marL="66675" marR="66675">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solidFill>
                      <a:srgbClr val="FFFFFF"/>
                    </a:solidFill>
                  </a:tcPr>
                </a:tc>
                <a:extLst>
                  <a:ext uri="{0D108BD9-81ED-4DB2-BD59-A6C34878D82A}">
                    <a16:rowId xmlns:a16="http://schemas.microsoft.com/office/drawing/2014/main" val="2691696575"/>
                  </a:ext>
                </a:extLst>
              </a:tr>
              <a:tr h="323850">
                <a:tc>
                  <a:txBody>
                    <a:bodyPr/>
                    <a:lstStyle/>
                    <a:p>
                      <a:pPr marL="0" marR="0" indent="0" algn="l" rtl="0" fontAlgn="base">
                        <a:buNone/>
                      </a:pPr>
                      <a:r>
                        <a:rPr lang="en-US" sz="1100" b="0" i="0">
                          <a:solidFill>
                            <a:srgbClr val="000000"/>
                          </a:solidFill>
                          <a:effectLst/>
                          <a:latin typeface="Cambria" panose="02040503050406030204" pitchFamily="18" charset="0"/>
                        </a:rPr>
                        <a:t>1</a:t>
                      </a:r>
                      <a:r>
                        <a:rPr lang="en-GB" sz="1100" b="0" i="0">
                          <a:solidFill>
                            <a:srgbClr val="000000"/>
                          </a:solidFill>
                          <a:effectLst/>
                          <a:latin typeface="Cambria" panose="02040503050406030204" pitchFamily="18" charset="0"/>
                        </a:rPr>
                        <a:t> </a:t>
                      </a:r>
                      <a:endParaRPr lang="en-GB" sz="900" b="0" i="0">
                        <a:solidFill>
                          <a:srgbClr val="000000"/>
                        </a:solidFill>
                        <a:effectLst/>
                        <a:latin typeface="Segoe UI" panose="020B0502040204020203" pitchFamily="34" charset="0"/>
                      </a:endParaRPr>
                    </a:p>
                  </a:txBody>
                  <a:tcPr marL="66675" marR="66675">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solidFill>
                      <a:srgbClr val="FFFFFF"/>
                    </a:solidFill>
                  </a:tcPr>
                </a:tc>
                <a:tc>
                  <a:txBody>
                    <a:bodyPr/>
                    <a:lstStyle/>
                    <a:p>
                      <a:pPr marL="0" marR="0" indent="0" algn="l" rtl="0" fontAlgn="base">
                        <a:buNone/>
                      </a:pPr>
                      <a:r>
                        <a:rPr lang="en-US" sz="1100" b="0" i="0">
                          <a:solidFill>
                            <a:srgbClr val="000000"/>
                          </a:solidFill>
                          <a:effectLst/>
                          <a:latin typeface="Cambria" panose="02040503050406030204" pitchFamily="18" charset="0"/>
                        </a:rPr>
                        <a:t>0.23</a:t>
                      </a:r>
                      <a:r>
                        <a:rPr lang="en-GB" sz="1100" b="0" i="0">
                          <a:solidFill>
                            <a:srgbClr val="000000"/>
                          </a:solidFill>
                          <a:effectLst/>
                          <a:latin typeface="Cambria" panose="02040503050406030204" pitchFamily="18" charset="0"/>
                        </a:rPr>
                        <a:t> </a:t>
                      </a:r>
                      <a:endParaRPr lang="en-GB" sz="900" b="0" i="0">
                        <a:solidFill>
                          <a:srgbClr val="000000"/>
                        </a:solidFill>
                        <a:effectLst/>
                        <a:latin typeface="Segoe UI" panose="020B0502040204020203" pitchFamily="34" charset="0"/>
                      </a:endParaRPr>
                    </a:p>
                  </a:txBody>
                  <a:tcPr marL="66675" marR="66675">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solidFill>
                      <a:srgbClr val="FFFFFF"/>
                    </a:solidFill>
                  </a:tcPr>
                </a:tc>
                <a:tc>
                  <a:txBody>
                    <a:bodyPr/>
                    <a:lstStyle/>
                    <a:p>
                      <a:pPr marL="0" marR="0" indent="0" algn="l" rtl="0" fontAlgn="base">
                        <a:buNone/>
                      </a:pPr>
                      <a:r>
                        <a:rPr lang="en-US" sz="1100" b="0" i="0">
                          <a:solidFill>
                            <a:srgbClr val="000000"/>
                          </a:solidFill>
                          <a:effectLst/>
                          <a:latin typeface="Cambria" panose="02040503050406030204" pitchFamily="18" charset="0"/>
                        </a:rPr>
                        <a:t>Ideal</a:t>
                      </a:r>
                      <a:r>
                        <a:rPr lang="en-GB" sz="1100" b="0" i="0">
                          <a:solidFill>
                            <a:srgbClr val="000000"/>
                          </a:solidFill>
                          <a:effectLst/>
                          <a:latin typeface="Cambria" panose="02040503050406030204" pitchFamily="18" charset="0"/>
                        </a:rPr>
                        <a:t> </a:t>
                      </a:r>
                      <a:endParaRPr lang="en-GB" sz="900" b="0" i="0">
                        <a:solidFill>
                          <a:srgbClr val="000000"/>
                        </a:solidFill>
                        <a:effectLst/>
                        <a:latin typeface="Segoe UI" panose="020B0502040204020203" pitchFamily="34" charset="0"/>
                      </a:endParaRPr>
                    </a:p>
                  </a:txBody>
                  <a:tcPr marL="66675" marR="66675">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solidFill>
                      <a:srgbClr val="FFFFFF"/>
                    </a:solidFill>
                  </a:tcPr>
                </a:tc>
                <a:tc>
                  <a:txBody>
                    <a:bodyPr/>
                    <a:lstStyle/>
                    <a:p>
                      <a:pPr marL="0" marR="0" indent="0" algn="l" rtl="0" fontAlgn="base">
                        <a:buNone/>
                      </a:pPr>
                      <a:r>
                        <a:rPr lang="en-US" sz="1100" b="0" i="0">
                          <a:solidFill>
                            <a:srgbClr val="000000"/>
                          </a:solidFill>
                          <a:effectLst/>
                          <a:latin typeface="Cambria" panose="02040503050406030204" pitchFamily="18" charset="0"/>
                        </a:rPr>
                        <a:t>E</a:t>
                      </a:r>
                      <a:r>
                        <a:rPr lang="en-GB" sz="1100" b="0" i="0">
                          <a:solidFill>
                            <a:srgbClr val="000000"/>
                          </a:solidFill>
                          <a:effectLst/>
                          <a:latin typeface="Cambria" panose="02040503050406030204" pitchFamily="18" charset="0"/>
                        </a:rPr>
                        <a:t> </a:t>
                      </a:r>
                      <a:endParaRPr lang="en-GB" sz="900" b="0" i="0">
                        <a:solidFill>
                          <a:srgbClr val="000000"/>
                        </a:solidFill>
                        <a:effectLst/>
                        <a:latin typeface="Segoe UI" panose="020B0502040204020203" pitchFamily="34" charset="0"/>
                      </a:endParaRPr>
                    </a:p>
                  </a:txBody>
                  <a:tcPr marL="66675" marR="66675">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solidFill>
                      <a:srgbClr val="FFFFFF"/>
                    </a:solidFill>
                  </a:tcPr>
                </a:tc>
                <a:tc>
                  <a:txBody>
                    <a:bodyPr/>
                    <a:lstStyle/>
                    <a:p>
                      <a:pPr marL="0" marR="0" indent="0" algn="l" rtl="0" fontAlgn="base">
                        <a:buNone/>
                      </a:pPr>
                      <a:r>
                        <a:rPr lang="en-US" sz="1100" b="0" i="0">
                          <a:solidFill>
                            <a:srgbClr val="000000"/>
                          </a:solidFill>
                          <a:effectLst/>
                          <a:latin typeface="Cambria" panose="02040503050406030204" pitchFamily="18" charset="0"/>
                        </a:rPr>
                        <a:t>SI2</a:t>
                      </a:r>
                      <a:r>
                        <a:rPr lang="en-GB" sz="1100" b="0" i="0">
                          <a:solidFill>
                            <a:srgbClr val="000000"/>
                          </a:solidFill>
                          <a:effectLst/>
                          <a:latin typeface="Cambria" panose="02040503050406030204" pitchFamily="18" charset="0"/>
                        </a:rPr>
                        <a:t> </a:t>
                      </a:r>
                      <a:endParaRPr lang="en-GB" sz="900" b="0" i="0">
                        <a:solidFill>
                          <a:srgbClr val="000000"/>
                        </a:solidFill>
                        <a:effectLst/>
                        <a:latin typeface="Segoe UI" panose="020B0502040204020203" pitchFamily="34" charset="0"/>
                      </a:endParaRPr>
                    </a:p>
                  </a:txBody>
                  <a:tcPr marL="66675" marR="66675">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solidFill>
                      <a:srgbClr val="FFFFFF"/>
                    </a:solidFill>
                  </a:tcPr>
                </a:tc>
                <a:tc>
                  <a:txBody>
                    <a:bodyPr/>
                    <a:lstStyle/>
                    <a:p>
                      <a:pPr marL="0" marR="0" indent="0" algn="l" rtl="0" fontAlgn="base">
                        <a:buNone/>
                      </a:pPr>
                      <a:r>
                        <a:rPr lang="en-US" sz="1100" b="0" i="0">
                          <a:solidFill>
                            <a:srgbClr val="000000"/>
                          </a:solidFill>
                          <a:effectLst/>
                          <a:latin typeface="Cambria" panose="02040503050406030204" pitchFamily="18" charset="0"/>
                        </a:rPr>
                        <a:t>61.5</a:t>
                      </a:r>
                      <a:r>
                        <a:rPr lang="en-GB" sz="1100" b="0" i="0">
                          <a:solidFill>
                            <a:srgbClr val="000000"/>
                          </a:solidFill>
                          <a:effectLst/>
                          <a:latin typeface="Cambria" panose="02040503050406030204" pitchFamily="18" charset="0"/>
                        </a:rPr>
                        <a:t> </a:t>
                      </a:r>
                      <a:endParaRPr lang="en-GB" sz="900" b="0" i="0">
                        <a:solidFill>
                          <a:srgbClr val="000000"/>
                        </a:solidFill>
                        <a:effectLst/>
                        <a:latin typeface="Segoe UI" panose="020B0502040204020203" pitchFamily="34" charset="0"/>
                      </a:endParaRPr>
                    </a:p>
                  </a:txBody>
                  <a:tcPr marL="66675" marR="66675">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solidFill>
                      <a:srgbClr val="FFFFFF"/>
                    </a:solidFill>
                  </a:tcPr>
                </a:tc>
                <a:tc>
                  <a:txBody>
                    <a:bodyPr/>
                    <a:lstStyle/>
                    <a:p>
                      <a:pPr marL="0" marR="0" indent="0" algn="l" rtl="0" fontAlgn="base">
                        <a:buNone/>
                      </a:pPr>
                      <a:r>
                        <a:rPr lang="en-US" sz="1100" b="0" i="0">
                          <a:solidFill>
                            <a:srgbClr val="000000"/>
                          </a:solidFill>
                          <a:effectLst/>
                          <a:latin typeface="Cambria" panose="02040503050406030204" pitchFamily="18" charset="0"/>
                        </a:rPr>
                        <a:t>55</a:t>
                      </a:r>
                      <a:r>
                        <a:rPr lang="en-GB" sz="1100" b="0" i="0">
                          <a:solidFill>
                            <a:srgbClr val="000000"/>
                          </a:solidFill>
                          <a:effectLst/>
                          <a:latin typeface="Cambria" panose="02040503050406030204" pitchFamily="18" charset="0"/>
                        </a:rPr>
                        <a:t> </a:t>
                      </a:r>
                      <a:endParaRPr lang="en-GB" sz="900" b="0" i="0">
                        <a:solidFill>
                          <a:srgbClr val="000000"/>
                        </a:solidFill>
                        <a:effectLst/>
                        <a:latin typeface="Segoe UI" panose="020B0502040204020203" pitchFamily="34" charset="0"/>
                      </a:endParaRPr>
                    </a:p>
                  </a:txBody>
                  <a:tcPr marL="66675" marR="66675">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solidFill>
                      <a:srgbClr val="FFFFFF"/>
                    </a:solidFill>
                  </a:tcPr>
                </a:tc>
                <a:tc>
                  <a:txBody>
                    <a:bodyPr/>
                    <a:lstStyle/>
                    <a:p>
                      <a:pPr marL="0" marR="0" indent="0" algn="l" rtl="0" fontAlgn="base">
                        <a:buNone/>
                      </a:pPr>
                      <a:r>
                        <a:rPr lang="en-US" sz="1100" b="0" i="0">
                          <a:solidFill>
                            <a:srgbClr val="000000"/>
                          </a:solidFill>
                          <a:effectLst/>
                          <a:latin typeface="Cambria" panose="02040503050406030204" pitchFamily="18" charset="0"/>
                        </a:rPr>
                        <a:t>326</a:t>
                      </a:r>
                      <a:r>
                        <a:rPr lang="en-GB" sz="1100" b="0" i="0">
                          <a:solidFill>
                            <a:srgbClr val="000000"/>
                          </a:solidFill>
                          <a:effectLst/>
                          <a:latin typeface="Cambria" panose="02040503050406030204" pitchFamily="18" charset="0"/>
                        </a:rPr>
                        <a:t> </a:t>
                      </a:r>
                      <a:endParaRPr lang="en-GB" sz="900" b="0" i="0">
                        <a:solidFill>
                          <a:srgbClr val="000000"/>
                        </a:solidFill>
                        <a:effectLst/>
                        <a:latin typeface="Segoe UI" panose="020B0502040204020203" pitchFamily="34" charset="0"/>
                      </a:endParaRPr>
                    </a:p>
                  </a:txBody>
                  <a:tcPr marL="66675" marR="66675">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solidFill>
                      <a:srgbClr val="FFFFFF"/>
                    </a:solidFill>
                  </a:tcPr>
                </a:tc>
                <a:tc>
                  <a:txBody>
                    <a:bodyPr/>
                    <a:lstStyle/>
                    <a:p>
                      <a:pPr marL="0" marR="0" indent="0" algn="l" rtl="0" fontAlgn="base">
                        <a:buNone/>
                      </a:pPr>
                      <a:r>
                        <a:rPr lang="en-US" sz="1100" b="0" i="0">
                          <a:solidFill>
                            <a:srgbClr val="000000"/>
                          </a:solidFill>
                          <a:effectLst/>
                          <a:latin typeface="Cambria" panose="02040503050406030204" pitchFamily="18" charset="0"/>
                        </a:rPr>
                        <a:t>3.95</a:t>
                      </a:r>
                      <a:r>
                        <a:rPr lang="en-GB" sz="1100" b="0" i="0">
                          <a:solidFill>
                            <a:srgbClr val="000000"/>
                          </a:solidFill>
                          <a:effectLst/>
                          <a:latin typeface="Cambria" panose="02040503050406030204" pitchFamily="18" charset="0"/>
                        </a:rPr>
                        <a:t> </a:t>
                      </a:r>
                      <a:endParaRPr lang="en-GB" sz="900" b="0" i="0">
                        <a:solidFill>
                          <a:srgbClr val="000000"/>
                        </a:solidFill>
                        <a:effectLst/>
                        <a:latin typeface="Segoe UI" panose="020B0502040204020203" pitchFamily="34" charset="0"/>
                      </a:endParaRPr>
                    </a:p>
                  </a:txBody>
                  <a:tcPr marL="66675" marR="66675">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solidFill>
                      <a:srgbClr val="FFFFFF"/>
                    </a:solidFill>
                  </a:tcPr>
                </a:tc>
                <a:tc>
                  <a:txBody>
                    <a:bodyPr/>
                    <a:lstStyle/>
                    <a:p>
                      <a:pPr marL="0" marR="0" indent="0" algn="l" rtl="0" fontAlgn="base">
                        <a:buNone/>
                      </a:pPr>
                      <a:r>
                        <a:rPr lang="en-US" sz="1100" b="0" i="0">
                          <a:solidFill>
                            <a:srgbClr val="000000"/>
                          </a:solidFill>
                          <a:effectLst/>
                          <a:latin typeface="Cambria" panose="02040503050406030204" pitchFamily="18" charset="0"/>
                        </a:rPr>
                        <a:t>3.98</a:t>
                      </a:r>
                      <a:r>
                        <a:rPr lang="en-GB" sz="1100" b="0" i="0">
                          <a:solidFill>
                            <a:srgbClr val="000000"/>
                          </a:solidFill>
                          <a:effectLst/>
                          <a:latin typeface="Cambria" panose="02040503050406030204" pitchFamily="18" charset="0"/>
                        </a:rPr>
                        <a:t> </a:t>
                      </a:r>
                      <a:endParaRPr lang="en-GB" sz="900" b="0" i="0">
                        <a:solidFill>
                          <a:srgbClr val="000000"/>
                        </a:solidFill>
                        <a:effectLst/>
                        <a:latin typeface="Segoe UI" panose="020B0502040204020203" pitchFamily="34" charset="0"/>
                      </a:endParaRPr>
                    </a:p>
                  </a:txBody>
                  <a:tcPr marL="66675" marR="66675">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solidFill>
                      <a:srgbClr val="FFFFFF"/>
                    </a:solidFill>
                  </a:tcPr>
                </a:tc>
                <a:tc>
                  <a:txBody>
                    <a:bodyPr/>
                    <a:lstStyle/>
                    <a:p>
                      <a:pPr marL="0" marR="0" indent="0" algn="l" rtl="0" fontAlgn="base">
                        <a:buNone/>
                      </a:pPr>
                      <a:r>
                        <a:rPr lang="en-US" sz="1100" b="0" i="0">
                          <a:solidFill>
                            <a:srgbClr val="000000"/>
                          </a:solidFill>
                          <a:effectLst/>
                          <a:latin typeface="Cambria" panose="02040503050406030204" pitchFamily="18" charset="0"/>
                        </a:rPr>
                        <a:t>2.43</a:t>
                      </a:r>
                      <a:r>
                        <a:rPr lang="en-GB" sz="1100" b="0" i="0">
                          <a:solidFill>
                            <a:srgbClr val="000000"/>
                          </a:solidFill>
                          <a:effectLst/>
                          <a:latin typeface="Cambria" panose="02040503050406030204" pitchFamily="18" charset="0"/>
                        </a:rPr>
                        <a:t> </a:t>
                      </a:r>
                      <a:endParaRPr lang="en-GB" sz="900" b="0" i="0">
                        <a:solidFill>
                          <a:srgbClr val="000000"/>
                        </a:solidFill>
                        <a:effectLst/>
                        <a:latin typeface="Segoe UI" panose="020B0502040204020203" pitchFamily="34" charset="0"/>
                      </a:endParaRPr>
                    </a:p>
                  </a:txBody>
                  <a:tcPr marL="66675" marR="66675">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solidFill>
                      <a:srgbClr val="FFFFFF"/>
                    </a:solidFill>
                  </a:tcPr>
                </a:tc>
                <a:extLst>
                  <a:ext uri="{0D108BD9-81ED-4DB2-BD59-A6C34878D82A}">
                    <a16:rowId xmlns:a16="http://schemas.microsoft.com/office/drawing/2014/main" val="756433449"/>
                  </a:ext>
                </a:extLst>
              </a:tr>
              <a:tr h="323850">
                <a:tc>
                  <a:txBody>
                    <a:bodyPr/>
                    <a:lstStyle/>
                    <a:p>
                      <a:pPr marL="0" marR="0" indent="0" algn="l" rtl="0" fontAlgn="base">
                        <a:buNone/>
                      </a:pPr>
                      <a:r>
                        <a:rPr lang="en-US" sz="1100" b="0" i="0">
                          <a:solidFill>
                            <a:srgbClr val="000000"/>
                          </a:solidFill>
                          <a:effectLst/>
                          <a:latin typeface="Cambria" panose="02040503050406030204" pitchFamily="18" charset="0"/>
                        </a:rPr>
                        <a:t>2</a:t>
                      </a:r>
                      <a:r>
                        <a:rPr lang="en-GB" sz="1100" b="0" i="0">
                          <a:solidFill>
                            <a:srgbClr val="000000"/>
                          </a:solidFill>
                          <a:effectLst/>
                          <a:latin typeface="Cambria" panose="02040503050406030204" pitchFamily="18" charset="0"/>
                        </a:rPr>
                        <a:t> </a:t>
                      </a:r>
                      <a:endParaRPr lang="en-GB" sz="900" b="0" i="0">
                        <a:solidFill>
                          <a:srgbClr val="000000"/>
                        </a:solidFill>
                        <a:effectLst/>
                        <a:latin typeface="Segoe UI" panose="020B0502040204020203" pitchFamily="34" charset="0"/>
                      </a:endParaRPr>
                    </a:p>
                  </a:txBody>
                  <a:tcPr marL="66675" marR="66675">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solidFill>
                      <a:srgbClr val="FFFFFF"/>
                    </a:solidFill>
                  </a:tcPr>
                </a:tc>
                <a:tc>
                  <a:txBody>
                    <a:bodyPr/>
                    <a:lstStyle/>
                    <a:p>
                      <a:pPr marL="0" marR="0" indent="0" algn="l" rtl="0" fontAlgn="base">
                        <a:buNone/>
                      </a:pPr>
                      <a:r>
                        <a:rPr lang="en-US" sz="1100" b="0" i="0">
                          <a:solidFill>
                            <a:srgbClr val="000000"/>
                          </a:solidFill>
                          <a:effectLst/>
                          <a:latin typeface="Cambria" panose="02040503050406030204" pitchFamily="18" charset="0"/>
                        </a:rPr>
                        <a:t>0.21</a:t>
                      </a:r>
                      <a:r>
                        <a:rPr lang="en-GB" sz="1100" b="0" i="0">
                          <a:solidFill>
                            <a:srgbClr val="000000"/>
                          </a:solidFill>
                          <a:effectLst/>
                          <a:latin typeface="Cambria" panose="02040503050406030204" pitchFamily="18" charset="0"/>
                        </a:rPr>
                        <a:t> </a:t>
                      </a:r>
                      <a:endParaRPr lang="en-GB" sz="900" b="0" i="0">
                        <a:solidFill>
                          <a:srgbClr val="000000"/>
                        </a:solidFill>
                        <a:effectLst/>
                        <a:latin typeface="Segoe UI" panose="020B0502040204020203" pitchFamily="34" charset="0"/>
                      </a:endParaRPr>
                    </a:p>
                  </a:txBody>
                  <a:tcPr marL="66675" marR="66675">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solidFill>
                      <a:srgbClr val="FFFFFF"/>
                    </a:solidFill>
                  </a:tcPr>
                </a:tc>
                <a:tc>
                  <a:txBody>
                    <a:bodyPr/>
                    <a:lstStyle/>
                    <a:p>
                      <a:pPr marL="0" marR="0" indent="0" algn="l" rtl="0" fontAlgn="base">
                        <a:buNone/>
                      </a:pPr>
                      <a:r>
                        <a:rPr lang="en-US" sz="1100" b="0" i="0">
                          <a:solidFill>
                            <a:srgbClr val="000000"/>
                          </a:solidFill>
                          <a:effectLst/>
                          <a:latin typeface="Cambria" panose="02040503050406030204" pitchFamily="18" charset="0"/>
                        </a:rPr>
                        <a:t>Premium</a:t>
                      </a:r>
                      <a:r>
                        <a:rPr lang="en-GB" sz="1100" b="0" i="0">
                          <a:solidFill>
                            <a:srgbClr val="000000"/>
                          </a:solidFill>
                          <a:effectLst/>
                          <a:latin typeface="Cambria" panose="02040503050406030204" pitchFamily="18" charset="0"/>
                        </a:rPr>
                        <a:t> </a:t>
                      </a:r>
                      <a:endParaRPr lang="en-GB" sz="900" b="0" i="0">
                        <a:solidFill>
                          <a:srgbClr val="000000"/>
                        </a:solidFill>
                        <a:effectLst/>
                        <a:latin typeface="Segoe UI" panose="020B0502040204020203" pitchFamily="34" charset="0"/>
                      </a:endParaRPr>
                    </a:p>
                  </a:txBody>
                  <a:tcPr marL="66675" marR="66675">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solidFill>
                      <a:srgbClr val="FFFFFF"/>
                    </a:solidFill>
                  </a:tcPr>
                </a:tc>
                <a:tc>
                  <a:txBody>
                    <a:bodyPr/>
                    <a:lstStyle/>
                    <a:p>
                      <a:pPr marL="0" marR="0" indent="0" algn="l" rtl="0" fontAlgn="base">
                        <a:buNone/>
                      </a:pPr>
                      <a:r>
                        <a:rPr lang="en-US" sz="1100" b="0" i="0">
                          <a:solidFill>
                            <a:srgbClr val="000000"/>
                          </a:solidFill>
                          <a:effectLst/>
                          <a:latin typeface="Cambria" panose="02040503050406030204" pitchFamily="18" charset="0"/>
                        </a:rPr>
                        <a:t>E</a:t>
                      </a:r>
                      <a:r>
                        <a:rPr lang="en-GB" sz="1100" b="0" i="0">
                          <a:solidFill>
                            <a:srgbClr val="000000"/>
                          </a:solidFill>
                          <a:effectLst/>
                          <a:latin typeface="Cambria" panose="02040503050406030204" pitchFamily="18" charset="0"/>
                        </a:rPr>
                        <a:t> </a:t>
                      </a:r>
                      <a:endParaRPr lang="en-GB" sz="900" b="0" i="0">
                        <a:solidFill>
                          <a:srgbClr val="000000"/>
                        </a:solidFill>
                        <a:effectLst/>
                        <a:latin typeface="Segoe UI" panose="020B0502040204020203" pitchFamily="34" charset="0"/>
                      </a:endParaRPr>
                    </a:p>
                  </a:txBody>
                  <a:tcPr marL="66675" marR="66675">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solidFill>
                      <a:srgbClr val="FFFFFF"/>
                    </a:solidFill>
                  </a:tcPr>
                </a:tc>
                <a:tc>
                  <a:txBody>
                    <a:bodyPr/>
                    <a:lstStyle/>
                    <a:p>
                      <a:pPr marL="0" marR="0" indent="0" algn="l" rtl="0" fontAlgn="base">
                        <a:buNone/>
                      </a:pPr>
                      <a:r>
                        <a:rPr lang="en-US" sz="1100" b="0" i="0">
                          <a:solidFill>
                            <a:srgbClr val="000000"/>
                          </a:solidFill>
                          <a:effectLst/>
                          <a:latin typeface="Cambria" panose="02040503050406030204" pitchFamily="18" charset="0"/>
                        </a:rPr>
                        <a:t>SI1</a:t>
                      </a:r>
                      <a:r>
                        <a:rPr lang="en-GB" sz="1100" b="0" i="0">
                          <a:solidFill>
                            <a:srgbClr val="000000"/>
                          </a:solidFill>
                          <a:effectLst/>
                          <a:latin typeface="Cambria" panose="02040503050406030204" pitchFamily="18" charset="0"/>
                        </a:rPr>
                        <a:t> </a:t>
                      </a:r>
                      <a:endParaRPr lang="en-GB" sz="900" b="0" i="0">
                        <a:solidFill>
                          <a:srgbClr val="000000"/>
                        </a:solidFill>
                        <a:effectLst/>
                        <a:latin typeface="Segoe UI" panose="020B0502040204020203" pitchFamily="34" charset="0"/>
                      </a:endParaRPr>
                    </a:p>
                  </a:txBody>
                  <a:tcPr marL="66675" marR="66675">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solidFill>
                      <a:srgbClr val="FFFFFF"/>
                    </a:solidFill>
                  </a:tcPr>
                </a:tc>
                <a:tc>
                  <a:txBody>
                    <a:bodyPr/>
                    <a:lstStyle/>
                    <a:p>
                      <a:pPr marL="0" marR="0" indent="0" algn="l" rtl="0" fontAlgn="base">
                        <a:buNone/>
                      </a:pPr>
                      <a:r>
                        <a:rPr lang="en-US" sz="1100" b="0" i="0">
                          <a:solidFill>
                            <a:srgbClr val="000000"/>
                          </a:solidFill>
                          <a:effectLst/>
                          <a:latin typeface="Cambria" panose="02040503050406030204" pitchFamily="18" charset="0"/>
                        </a:rPr>
                        <a:t>59.8</a:t>
                      </a:r>
                      <a:r>
                        <a:rPr lang="en-GB" sz="1100" b="0" i="0">
                          <a:solidFill>
                            <a:srgbClr val="000000"/>
                          </a:solidFill>
                          <a:effectLst/>
                          <a:latin typeface="Cambria" panose="02040503050406030204" pitchFamily="18" charset="0"/>
                        </a:rPr>
                        <a:t> </a:t>
                      </a:r>
                      <a:endParaRPr lang="en-GB" sz="900" b="0" i="0">
                        <a:solidFill>
                          <a:srgbClr val="000000"/>
                        </a:solidFill>
                        <a:effectLst/>
                        <a:latin typeface="Segoe UI" panose="020B0502040204020203" pitchFamily="34" charset="0"/>
                      </a:endParaRPr>
                    </a:p>
                  </a:txBody>
                  <a:tcPr marL="66675" marR="66675">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solidFill>
                      <a:srgbClr val="FFFFFF"/>
                    </a:solidFill>
                  </a:tcPr>
                </a:tc>
                <a:tc>
                  <a:txBody>
                    <a:bodyPr/>
                    <a:lstStyle/>
                    <a:p>
                      <a:pPr marL="0" marR="0" indent="0" algn="l" rtl="0" fontAlgn="base">
                        <a:buNone/>
                      </a:pPr>
                      <a:r>
                        <a:rPr lang="en-US" sz="1100" b="0" i="0">
                          <a:solidFill>
                            <a:srgbClr val="000000"/>
                          </a:solidFill>
                          <a:effectLst/>
                          <a:latin typeface="Cambria" panose="02040503050406030204" pitchFamily="18" charset="0"/>
                        </a:rPr>
                        <a:t>61</a:t>
                      </a:r>
                      <a:r>
                        <a:rPr lang="en-GB" sz="1100" b="0" i="0">
                          <a:solidFill>
                            <a:srgbClr val="000000"/>
                          </a:solidFill>
                          <a:effectLst/>
                          <a:latin typeface="Cambria" panose="02040503050406030204" pitchFamily="18" charset="0"/>
                        </a:rPr>
                        <a:t> </a:t>
                      </a:r>
                      <a:endParaRPr lang="en-GB" sz="900" b="0" i="0">
                        <a:solidFill>
                          <a:srgbClr val="000000"/>
                        </a:solidFill>
                        <a:effectLst/>
                        <a:latin typeface="Segoe UI" panose="020B0502040204020203" pitchFamily="34" charset="0"/>
                      </a:endParaRPr>
                    </a:p>
                  </a:txBody>
                  <a:tcPr marL="66675" marR="66675">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solidFill>
                      <a:srgbClr val="FFFFFF"/>
                    </a:solidFill>
                  </a:tcPr>
                </a:tc>
                <a:tc>
                  <a:txBody>
                    <a:bodyPr/>
                    <a:lstStyle/>
                    <a:p>
                      <a:pPr marL="0" marR="0" indent="0" algn="l" rtl="0" fontAlgn="base">
                        <a:buNone/>
                      </a:pPr>
                      <a:r>
                        <a:rPr lang="en-US" sz="1100" b="0" i="0">
                          <a:solidFill>
                            <a:srgbClr val="000000"/>
                          </a:solidFill>
                          <a:effectLst/>
                          <a:latin typeface="Cambria" panose="02040503050406030204" pitchFamily="18" charset="0"/>
                        </a:rPr>
                        <a:t>326</a:t>
                      </a:r>
                      <a:r>
                        <a:rPr lang="en-GB" sz="1100" b="0" i="0">
                          <a:solidFill>
                            <a:srgbClr val="000000"/>
                          </a:solidFill>
                          <a:effectLst/>
                          <a:latin typeface="Cambria" panose="02040503050406030204" pitchFamily="18" charset="0"/>
                        </a:rPr>
                        <a:t> </a:t>
                      </a:r>
                      <a:endParaRPr lang="en-GB" sz="900" b="0" i="0">
                        <a:solidFill>
                          <a:srgbClr val="000000"/>
                        </a:solidFill>
                        <a:effectLst/>
                        <a:latin typeface="Segoe UI" panose="020B0502040204020203" pitchFamily="34" charset="0"/>
                      </a:endParaRPr>
                    </a:p>
                  </a:txBody>
                  <a:tcPr marL="66675" marR="66675">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solidFill>
                      <a:srgbClr val="FFFFFF"/>
                    </a:solidFill>
                  </a:tcPr>
                </a:tc>
                <a:tc>
                  <a:txBody>
                    <a:bodyPr/>
                    <a:lstStyle/>
                    <a:p>
                      <a:pPr marL="0" marR="0" indent="0" algn="l" rtl="0" fontAlgn="base">
                        <a:buNone/>
                      </a:pPr>
                      <a:r>
                        <a:rPr lang="en-US" sz="1100" b="0" i="0">
                          <a:solidFill>
                            <a:srgbClr val="000000"/>
                          </a:solidFill>
                          <a:effectLst/>
                          <a:latin typeface="Cambria" panose="02040503050406030204" pitchFamily="18" charset="0"/>
                        </a:rPr>
                        <a:t>3.89</a:t>
                      </a:r>
                      <a:r>
                        <a:rPr lang="en-GB" sz="1100" b="0" i="0">
                          <a:solidFill>
                            <a:srgbClr val="000000"/>
                          </a:solidFill>
                          <a:effectLst/>
                          <a:latin typeface="Cambria" panose="02040503050406030204" pitchFamily="18" charset="0"/>
                        </a:rPr>
                        <a:t> </a:t>
                      </a:r>
                      <a:endParaRPr lang="en-GB" sz="900" b="0" i="0">
                        <a:solidFill>
                          <a:srgbClr val="000000"/>
                        </a:solidFill>
                        <a:effectLst/>
                        <a:latin typeface="Segoe UI" panose="020B0502040204020203" pitchFamily="34" charset="0"/>
                      </a:endParaRPr>
                    </a:p>
                  </a:txBody>
                  <a:tcPr marL="66675" marR="66675">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solidFill>
                      <a:srgbClr val="FFFFFF"/>
                    </a:solidFill>
                  </a:tcPr>
                </a:tc>
                <a:tc>
                  <a:txBody>
                    <a:bodyPr/>
                    <a:lstStyle/>
                    <a:p>
                      <a:pPr marL="0" marR="0" indent="0" algn="l" rtl="0" fontAlgn="base">
                        <a:buNone/>
                      </a:pPr>
                      <a:r>
                        <a:rPr lang="en-US" sz="1100" b="0" i="0">
                          <a:solidFill>
                            <a:srgbClr val="000000"/>
                          </a:solidFill>
                          <a:effectLst/>
                          <a:latin typeface="Cambria" panose="02040503050406030204" pitchFamily="18" charset="0"/>
                        </a:rPr>
                        <a:t>3.84</a:t>
                      </a:r>
                      <a:r>
                        <a:rPr lang="en-GB" sz="1100" b="0" i="0">
                          <a:solidFill>
                            <a:srgbClr val="000000"/>
                          </a:solidFill>
                          <a:effectLst/>
                          <a:latin typeface="Cambria" panose="02040503050406030204" pitchFamily="18" charset="0"/>
                        </a:rPr>
                        <a:t> </a:t>
                      </a:r>
                      <a:endParaRPr lang="en-GB" sz="900" b="0" i="0">
                        <a:solidFill>
                          <a:srgbClr val="000000"/>
                        </a:solidFill>
                        <a:effectLst/>
                        <a:latin typeface="Segoe UI" panose="020B0502040204020203" pitchFamily="34" charset="0"/>
                      </a:endParaRPr>
                    </a:p>
                  </a:txBody>
                  <a:tcPr marL="66675" marR="66675">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solidFill>
                      <a:srgbClr val="FFFFFF"/>
                    </a:solidFill>
                  </a:tcPr>
                </a:tc>
                <a:tc>
                  <a:txBody>
                    <a:bodyPr/>
                    <a:lstStyle/>
                    <a:p>
                      <a:pPr marL="0" marR="0" indent="0" algn="l" rtl="0" fontAlgn="base">
                        <a:buNone/>
                      </a:pPr>
                      <a:r>
                        <a:rPr lang="en-US" sz="1100" b="0" i="0">
                          <a:solidFill>
                            <a:srgbClr val="000000"/>
                          </a:solidFill>
                          <a:effectLst/>
                          <a:latin typeface="Cambria" panose="02040503050406030204" pitchFamily="18" charset="0"/>
                        </a:rPr>
                        <a:t>2.31</a:t>
                      </a:r>
                      <a:r>
                        <a:rPr lang="en-GB" sz="1100" b="0" i="0">
                          <a:solidFill>
                            <a:srgbClr val="000000"/>
                          </a:solidFill>
                          <a:effectLst/>
                          <a:latin typeface="Cambria" panose="02040503050406030204" pitchFamily="18" charset="0"/>
                        </a:rPr>
                        <a:t> </a:t>
                      </a:r>
                      <a:endParaRPr lang="en-GB" sz="900" b="0" i="0">
                        <a:solidFill>
                          <a:srgbClr val="000000"/>
                        </a:solidFill>
                        <a:effectLst/>
                        <a:latin typeface="Segoe UI" panose="020B0502040204020203" pitchFamily="34" charset="0"/>
                      </a:endParaRPr>
                    </a:p>
                  </a:txBody>
                  <a:tcPr marL="66675" marR="66675">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solidFill>
                      <a:srgbClr val="FFFFFF"/>
                    </a:solidFill>
                  </a:tcPr>
                </a:tc>
                <a:extLst>
                  <a:ext uri="{0D108BD9-81ED-4DB2-BD59-A6C34878D82A}">
                    <a16:rowId xmlns:a16="http://schemas.microsoft.com/office/drawing/2014/main" val="3322809176"/>
                  </a:ext>
                </a:extLst>
              </a:tr>
              <a:tr h="323850">
                <a:tc>
                  <a:txBody>
                    <a:bodyPr/>
                    <a:lstStyle/>
                    <a:p>
                      <a:pPr marL="0" marR="0" indent="0" algn="l" rtl="0" fontAlgn="base">
                        <a:buNone/>
                      </a:pPr>
                      <a:r>
                        <a:rPr lang="en-US" sz="1100" b="0" i="0">
                          <a:solidFill>
                            <a:srgbClr val="000000"/>
                          </a:solidFill>
                          <a:effectLst/>
                          <a:latin typeface="Cambria" panose="02040503050406030204" pitchFamily="18" charset="0"/>
                        </a:rPr>
                        <a:t>3</a:t>
                      </a:r>
                      <a:r>
                        <a:rPr lang="en-GB" sz="1100" b="0" i="0">
                          <a:solidFill>
                            <a:srgbClr val="000000"/>
                          </a:solidFill>
                          <a:effectLst/>
                          <a:latin typeface="Cambria" panose="02040503050406030204" pitchFamily="18" charset="0"/>
                        </a:rPr>
                        <a:t> </a:t>
                      </a:r>
                      <a:endParaRPr lang="en-GB" sz="900" b="0" i="0">
                        <a:solidFill>
                          <a:srgbClr val="000000"/>
                        </a:solidFill>
                        <a:effectLst/>
                        <a:latin typeface="Segoe UI" panose="020B0502040204020203" pitchFamily="34" charset="0"/>
                      </a:endParaRPr>
                    </a:p>
                  </a:txBody>
                  <a:tcPr marL="66675" marR="66675">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solidFill>
                      <a:srgbClr val="FFFFFF"/>
                    </a:solidFill>
                  </a:tcPr>
                </a:tc>
                <a:tc>
                  <a:txBody>
                    <a:bodyPr/>
                    <a:lstStyle/>
                    <a:p>
                      <a:pPr marL="0" marR="0" indent="0" algn="l" rtl="0" fontAlgn="base">
                        <a:buNone/>
                      </a:pPr>
                      <a:r>
                        <a:rPr lang="en-US" sz="1100" b="0" i="0">
                          <a:solidFill>
                            <a:srgbClr val="000000"/>
                          </a:solidFill>
                          <a:effectLst/>
                          <a:latin typeface="Cambria" panose="02040503050406030204" pitchFamily="18" charset="0"/>
                        </a:rPr>
                        <a:t>0.23</a:t>
                      </a:r>
                      <a:r>
                        <a:rPr lang="en-GB" sz="1100" b="0" i="0">
                          <a:solidFill>
                            <a:srgbClr val="000000"/>
                          </a:solidFill>
                          <a:effectLst/>
                          <a:latin typeface="Cambria" panose="02040503050406030204" pitchFamily="18" charset="0"/>
                        </a:rPr>
                        <a:t> </a:t>
                      </a:r>
                      <a:endParaRPr lang="en-GB" sz="900" b="0" i="0">
                        <a:solidFill>
                          <a:srgbClr val="000000"/>
                        </a:solidFill>
                        <a:effectLst/>
                        <a:latin typeface="Segoe UI" panose="020B0502040204020203" pitchFamily="34" charset="0"/>
                      </a:endParaRPr>
                    </a:p>
                  </a:txBody>
                  <a:tcPr marL="66675" marR="66675">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solidFill>
                      <a:srgbClr val="FFFFFF"/>
                    </a:solidFill>
                  </a:tcPr>
                </a:tc>
                <a:tc>
                  <a:txBody>
                    <a:bodyPr/>
                    <a:lstStyle/>
                    <a:p>
                      <a:pPr marL="0" marR="0" indent="0" algn="l" rtl="0" fontAlgn="base">
                        <a:buNone/>
                      </a:pPr>
                      <a:r>
                        <a:rPr lang="en-US" sz="1100" b="0" i="0">
                          <a:solidFill>
                            <a:srgbClr val="000000"/>
                          </a:solidFill>
                          <a:effectLst/>
                          <a:latin typeface="Cambria" panose="02040503050406030204" pitchFamily="18" charset="0"/>
                        </a:rPr>
                        <a:t>Good</a:t>
                      </a:r>
                      <a:r>
                        <a:rPr lang="en-GB" sz="1100" b="0" i="0">
                          <a:solidFill>
                            <a:srgbClr val="000000"/>
                          </a:solidFill>
                          <a:effectLst/>
                          <a:latin typeface="Cambria" panose="02040503050406030204" pitchFamily="18" charset="0"/>
                        </a:rPr>
                        <a:t> </a:t>
                      </a:r>
                      <a:endParaRPr lang="en-GB" sz="900" b="0" i="0">
                        <a:solidFill>
                          <a:srgbClr val="000000"/>
                        </a:solidFill>
                        <a:effectLst/>
                        <a:latin typeface="Segoe UI" panose="020B0502040204020203" pitchFamily="34" charset="0"/>
                      </a:endParaRPr>
                    </a:p>
                  </a:txBody>
                  <a:tcPr marL="66675" marR="66675">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solidFill>
                      <a:srgbClr val="FFFFFF"/>
                    </a:solidFill>
                  </a:tcPr>
                </a:tc>
                <a:tc>
                  <a:txBody>
                    <a:bodyPr/>
                    <a:lstStyle/>
                    <a:p>
                      <a:pPr marL="0" marR="0" indent="0" algn="l" rtl="0" fontAlgn="base">
                        <a:buNone/>
                      </a:pPr>
                      <a:r>
                        <a:rPr lang="en-US" sz="1100" b="0" i="0">
                          <a:solidFill>
                            <a:srgbClr val="000000"/>
                          </a:solidFill>
                          <a:effectLst/>
                          <a:latin typeface="Cambria" panose="02040503050406030204" pitchFamily="18" charset="0"/>
                        </a:rPr>
                        <a:t>E</a:t>
                      </a:r>
                      <a:r>
                        <a:rPr lang="en-GB" sz="1100" b="0" i="0">
                          <a:solidFill>
                            <a:srgbClr val="000000"/>
                          </a:solidFill>
                          <a:effectLst/>
                          <a:latin typeface="Cambria" panose="02040503050406030204" pitchFamily="18" charset="0"/>
                        </a:rPr>
                        <a:t> </a:t>
                      </a:r>
                      <a:endParaRPr lang="en-GB" sz="900" b="0" i="0">
                        <a:solidFill>
                          <a:srgbClr val="000000"/>
                        </a:solidFill>
                        <a:effectLst/>
                        <a:latin typeface="Segoe UI" panose="020B0502040204020203" pitchFamily="34" charset="0"/>
                      </a:endParaRPr>
                    </a:p>
                  </a:txBody>
                  <a:tcPr marL="66675" marR="66675">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solidFill>
                      <a:srgbClr val="FFFFFF"/>
                    </a:solidFill>
                  </a:tcPr>
                </a:tc>
                <a:tc>
                  <a:txBody>
                    <a:bodyPr/>
                    <a:lstStyle/>
                    <a:p>
                      <a:pPr marL="0" marR="0" indent="0" algn="l" rtl="0" fontAlgn="base">
                        <a:buNone/>
                      </a:pPr>
                      <a:r>
                        <a:rPr lang="en-US" sz="1100" b="0" i="0">
                          <a:solidFill>
                            <a:srgbClr val="000000"/>
                          </a:solidFill>
                          <a:effectLst/>
                          <a:latin typeface="Cambria" panose="02040503050406030204" pitchFamily="18" charset="0"/>
                        </a:rPr>
                        <a:t>VS1</a:t>
                      </a:r>
                      <a:r>
                        <a:rPr lang="en-GB" sz="1100" b="0" i="0">
                          <a:solidFill>
                            <a:srgbClr val="000000"/>
                          </a:solidFill>
                          <a:effectLst/>
                          <a:latin typeface="Cambria" panose="02040503050406030204" pitchFamily="18" charset="0"/>
                        </a:rPr>
                        <a:t> </a:t>
                      </a:r>
                      <a:endParaRPr lang="en-GB" sz="900" b="0" i="0">
                        <a:solidFill>
                          <a:srgbClr val="000000"/>
                        </a:solidFill>
                        <a:effectLst/>
                        <a:latin typeface="Segoe UI" panose="020B0502040204020203" pitchFamily="34" charset="0"/>
                      </a:endParaRPr>
                    </a:p>
                  </a:txBody>
                  <a:tcPr marL="66675" marR="66675">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solidFill>
                      <a:srgbClr val="FFFFFF"/>
                    </a:solidFill>
                  </a:tcPr>
                </a:tc>
                <a:tc>
                  <a:txBody>
                    <a:bodyPr/>
                    <a:lstStyle/>
                    <a:p>
                      <a:pPr marL="0" marR="0" indent="0" algn="l" rtl="0" fontAlgn="base">
                        <a:buNone/>
                      </a:pPr>
                      <a:r>
                        <a:rPr lang="en-US" sz="1100" b="0" i="0">
                          <a:solidFill>
                            <a:srgbClr val="000000"/>
                          </a:solidFill>
                          <a:effectLst/>
                          <a:latin typeface="Cambria" panose="02040503050406030204" pitchFamily="18" charset="0"/>
                        </a:rPr>
                        <a:t>56.9</a:t>
                      </a:r>
                      <a:r>
                        <a:rPr lang="en-GB" sz="1100" b="0" i="0">
                          <a:solidFill>
                            <a:srgbClr val="000000"/>
                          </a:solidFill>
                          <a:effectLst/>
                          <a:latin typeface="Cambria" panose="02040503050406030204" pitchFamily="18" charset="0"/>
                        </a:rPr>
                        <a:t> </a:t>
                      </a:r>
                      <a:endParaRPr lang="en-GB" sz="900" b="0" i="0">
                        <a:solidFill>
                          <a:srgbClr val="000000"/>
                        </a:solidFill>
                        <a:effectLst/>
                        <a:latin typeface="Segoe UI" panose="020B0502040204020203" pitchFamily="34" charset="0"/>
                      </a:endParaRPr>
                    </a:p>
                  </a:txBody>
                  <a:tcPr marL="66675" marR="66675">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solidFill>
                      <a:srgbClr val="FFFFFF"/>
                    </a:solidFill>
                  </a:tcPr>
                </a:tc>
                <a:tc>
                  <a:txBody>
                    <a:bodyPr/>
                    <a:lstStyle/>
                    <a:p>
                      <a:pPr marL="0" marR="0" indent="0" algn="l" rtl="0" fontAlgn="base">
                        <a:buNone/>
                      </a:pPr>
                      <a:r>
                        <a:rPr lang="en-US" sz="1100" b="0" i="0">
                          <a:solidFill>
                            <a:srgbClr val="000000"/>
                          </a:solidFill>
                          <a:effectLst/>
                          <a:latin typeface="Cambria" panose="02040503050406030204" pitchFamily="18" charset="0"/>
                        </a:rPr>
                        <a:t>65</a:t>
                      </a:r>
                      <a:r>
                        <a:rPr lang="en-GB" sz="1100" b="0" i="0">
                          <a:solidFill>
                            <a:srgbClr val="000000"/>
                          </a:solidFill>
                          <a:effectLst/>
                          <a:latin typeface="Cambria" panose="02040503050406030204" pitchFamily="18" charset="0"/>
                        </a:rPr>
                        <a:t> </a:t>
                      </a:r>
                      <a:endParaRPr lang="en-GB" sz="900" b="0" i="0">
                        <a:solidFill>
                          <a:srgbClr val="000000"/>
                        </a:solidFill>
                        <a:effectLst/>
                        <a:latin typeface="Segoe UI" panose="020B0502040204020203" pitchFamily="34" charset="0"/>
                      </a:endParaRPr>
                    </a:p>
                  </a:txBody>
                  <a:tcPr marL="66675" marR="66675">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solidFill>
                      <a:srgbClr val="FFFFFF"/>
                    </a:solidFill>
                  </a:tcPr>
                </a:tc>
                <a:tc>
                  <a:txBody>
                    <a:bodyPr/>
                    <a:lstStyle/>
                    <a:p>
                      <a:pPr marL="0" marR="0" indent="0" algn="l" rtl="0" fontAlgn="base">
                        <a:buNone/>
                      </a:pPr>
                      <a:r>
                        <a:rPr lang="en-US" sz="1100" b="0" i="0">
                          <a:solidFill>
                            <a:srgbClr val="000000"/>
                          </a:solidFill>
                          <a:effectLst/>
                          <a:latin typeface="Cambria" panose="02040503050406030204" pitchFamily="18" charset="0"/>
                        </a:rPr>
                        <a:t>327</a:t>
                      </a:r>
                      <a:r>
                        <a:rPr lang="en-GB" sz="1100" b="0" i="0">
                          <a:solidFill>
                            <a:srgbClr val="000000"/>
                          </a:solidFill>
                          <a:effectLst/>
                          <a:latin typeface="Cambria" panose="02040503050406030204" pitchFamily="18" charset="0"/>
                        </a:rPr>
                        <a:t> </a:t>
                      </a:r>
                      <a:endParaRPr lang="en-GB" sz="900" b="0" i="0">
                        <a:solidFill>
                          <a:srgbClr val="000000"/>
                        </a:solidFill>
                        <a:effectLst/>
                        <a:latin typeface="Segoe UI" panose="020B0502040204020203" pitchFamily="34" charset="0"/>
                      </a:endParaRPr>
                    </a:p>
                  </a:txBody>
                  <a:tcPr marL="66675" marR="66675">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solidFill>
                      <a:srgbClr val="FFFFFF"/>
                    </a:solidFill>
                  </a:tcPr>
                </a:tc>
                <a:tc>
                  <a:txBody>
                    <a:bodyPr/>
                    <a:lstStyle/>
                    <a:p>
                      <a:pPr marL="0" marR="0" indent="0" algn="l" rtl="0" fontAlgn="base">
                        <a:buNone/>
                      </a:pPr>
                      <a:r>
                        <a:rPr lang="en-US" sz="1100" b="0" i="0">
                          <a:solidFill>
                            <a:srgbClr val="000000"/>
                          </a:solidFill>
                          <a:effectLst/>
                          <a:latin typeface="Cambria" panose="02040503050406030204" pitchFamily="18" charset="0"/>
                        </a:rPr>
                        <a:t>4.05</a:t>
                      </a:r>
                      <a:r>
                        <a:rPr lang="en-GB" sz="1100" b="0" i="0">
                          <a:solidFill>
                            <a:srgbClr val="000000"/>
                          </a:solidFill>
                          <a:effectLst/>
                          <a:latin typeface="Cambria" panose="02040503050406030204" pitchFamily="18" charset="0"/>
                        </a:rPr>
                        <a:t> </a:t>
                      </a:r>
                      <a:endParaRPr lang="en-GB" sz="900" b="0" i="0">
                        <a:solidFill>
                          <a:srgbClr val="000000"/>
                        </a:solidFill>
                        <a:effectLst/>
                        <a:latin typeface="Segoe UI" panose="020B0502040204020203" pitchFamily="34" charset="0"/>
                      </a:endParaRPr>
                    </a:p>
                  </a:txBody>
                  <a:tcPr marL="66675" marR="66675">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solidFill>
                      <a:srgbClr val="FFFFFF"/>
                    </a:solidFill>
                  </a:tcPr>
                </a:tc>
                <a:tc>
                  <a:txBody>
                    <a:bodyPr/>
                    <a:lstStyle/>
                    <a:p>
                      <a:pPr marL="0" marR="0" indent="0" algn="l" rtl="0" fontAlgn="base">
                        <a:buNone/>
                      </a:pPr>
                      <a:r>
                        <a:rPr lang="en-US" sz="1100" b="0" i="0">
                          <a:solidFill>
                            <a:srgbClr val="000000"/>
                          </a:solidFill>
                          <a:effectLst/>
                          <a:latin typeface="Cambria" panose="02040503050406030204" pitchFamily="18" charset="0"/>
                        </a:rPr>
                        <a:t>4.07</a:t>
                      </a:r>
                      <a:r>
                        <a:rPr lang="en-GB" sz="1100" b="0" i="0">
                          <a:solidFill>
                            <a:srgbClr val="000000"/>
                          </a:solidFill>
                          <a:effectLst/>
                          <a:latin typeface="Cambria" panose="02040503050406030204" pitchFamily="18" charset="0"/>
                        </a:rPr>
                        <a:t> </a:t>
                      </a:r>
                      <a:endParaRPr lang="en-GB" sz="900" b="0" i="0">
                        <a:solidFill>
                          <a:srgbClr val="000000"/>
                        </a:solidFill>
                        <a:effectLst/>
                        <a:latin typeface="Segoe UI" panose="020B0502040204020203" pitchFamily="34" charset="0"/>
                      </a:endParaRPr>
                    </a:p>
                  </a:txBody>
                  <a:tcPr marL="66675" marR="66675">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solidFill>
                      <a:srgbClr val="FFFFFF"/>
                    </a:solidFill>
                  </a:tcPr>
                </a:tc>
                <a:tc>
                  <a:txBody>
                    <a:bodyPr/>
                    <a:lstStyle/>
                    <a:p>
                      <a:pPr marL="0" marR="0" indent="0" algn="l" rtl="0" fontAlgn="base">
                        <a:buNone/>
                      </a:pPr>
                      <a:r>
                        <a:rPr lang="en-US" sz="1100" b="0" i="0">
                          <a:solidFill>
                            <a:srgbClr val="000000"/>
                          </a:solidFill>
                          <a:effectLst/>
                          <a:latin typeface="Cambria" panose="02040503050406030204" pitchFamily="18" charset="0"/>
                        </a:rPr>
                        <a:t>2.31</a:t>
                      </a:r>
                      <a:r>
                        <a:rPr lang="en-GB" sz="1100" b="0" i="0">
                          <a:solidFill>
                            <a:srgbClr val="000000"/>
                          </a:solidFill>
                          <a:effectLst/>
                          <a:latin typeface="Cambria" panose="02040503050406030204" pitchFamily="18" charset="0"/>
                        </a:rPr>
                        <a:t> </a:t>
                      </a:r>
                      <a:endParaRPr lang="en-GB" sz="900" b="0" i="0">
                        <a:solidFill>
                          <a:srgbClr val="000000"/>
                        </a:solidFill>
                        <a:effectLst/>
                        <a:latin typeface="Segoe UI" panose="020B0502040204020203" pitchFamily="34" charset="0"/>
                      </a:endParaRPr>
                    </a:p>
                  </a:txBody>
                  <a:tcPr marL="66675" marR="66675">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solidFill>
                      <a:srgbClr val="FFFFFF"/>
                    </a:solidFill>
                  </a:tcPr>
                </a:tc>
                <a:extLst>
                  <a:ext uri="{0D108BD9-81ED-4DB2-BD59-A6C34878D82A}">
                    <a16:rowId xmlns:a16="http://schemas.microsoft.com/office/drawing/2014/main" val="2876947231"/>
                  </a:ext>
                </a:extLst>
              </a:tr>
              <a:tr h="323850">
                <a:tc>
                  <a:txBody>
                    <a:bodyPr/>
                    <a:lstStyle/>
                    <a:p>
                      <a:pPr marL="0" marR="0" indent="0" algn="l" rtl="0" fontAlgn="base">
                        <a:buNone/>
                      </a:pPr>
                      <a:r>
                        <a:rPr lang="en-US" sz="1100" b="0" i="0">
                          <a:solidFill>
                            <a:srgbClr val="000000"/>
                          </a:solidFill>
                          <a:effectLst/>
                          <a:latin typeface="Cambria" panose="02040503050406030204" pitchFamily="18" charset="0"/>
                        </a:rPr>
                        <a:t>4</a:t>
                      </a:r>
                      <a:r>
                        <a:rPr lang="en-GB" sz="1100" b="0" i="0">
                          <a:solidFill>
                            <a:srgbClr val="000000"/>
                          </a:solidFill>
                          <a:effectLst/>
                          <a:latin typeface="Cambria" panose="02040503050406030204" pitchFamily="18" charset="0"/>
                        </a:rPr>
                        <a:t> </a:t>
                      </a:r>
                      <a:endParaRPr lang="en-GB" sz="900" b="0" i="0">
                        <a:solidFill>
                          <a:srgbClr val="000000"/>
                        </a:solidFill>
                        <a:effectLst/>
                        <a:latin typeface="Segoe UI" panose="020B0502040204020203" pitchFamily="34" charset="0"/>
                      </a:endParaRPr>
                    </a:p>
                  </a:txBody>
                  <a:tcPr marL="66675" marR="66675">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solidFill>
                      <a:srgbClr val="FFFFFF"/>
                    </a:solidFill>
                  </a:tcPr>
                </a:tc>
                <a:tc>
                  <a:txBody>
                    <a:bodyPr/>
                    <a:lstStyle/>
                    <a:p>
                      <a:pPr marL="0" marR="0" indent="0" algn="l" rtl="0" fontAlgn="base">
                        <a:buNone/>
                      </a:pPr>
                      <a:r>
                        <a:rPr lang="en-US" sz="1100" b="0" i="0">
                          <a:solidFill>
                            <a:srgbClr val="000000"/>
                          </a:solidFill>
                          <a:effectLst/>
                          <a:latin typeface="Cambria" panose="02040503050406030204" pitchFamily="18" charset="0"/>
                        </a:rPr>
                        <a:t>0.29</a:t>
                      </a:r>
                      <a:r>
                        <a:rPr lang="en-GB" sz="1100" b="0" i="0">
                          <a:solidFill>
                            <a:srgbClr val="000000"/>
                          </a:solidFill>
                          <a:effectLst/>
                          <a:latin typeface="Cambria" panose="02040503050406030204" pitchFamily="18" charset="0"/>
                        </a:rPr>
                        <a:t> </a:t>
                      </a:r>
                      <a:endParaRPr lang="en-GB" sz="900" b="0" i="0">
                        <a:solidFill>
                          <a:srgbClr val="000000"/>
                        </a:solidFill>
                        <a:effectLst/>
                        <a:latin typeface="Segoe UI" panose="020B0502040204020203" pitchFamily="34" charset="0"/>
                      </a:endParaRPr>
                    </a:p>
                  </a:txBody>
                  <a:tcPr marL="66675" marR="66675">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solidFill>
                      <a:srgbClr val="FFFFFF"/>
                    </a:solidFill>
                  </a:tcPr>
                </a:tc>
                <a:tc>
                  <a:txBody>
                    <a:bodyPr/>
                    <a:lstStyle/>
                    <a:p>
                      <a:pPr marL="0" marR="0" indent="0" algn="l" rtl="0" fontAlgn="base">
                        <a:buNone/>
                      </a:pPr>
                      <a:r>
                        <a:rPr lang="en-US" sz="1100" b="0" i="0">
                          <a:solidFill>
                            <a:srgbClr val="000000"/>
                          </a:solidFill>
                          <a:effectLst/>
                          <a:latin typeface="Cambria" panose="02040503050406030204" pitchFamily="18" charset="0"/>
                        </a:rPr>
                        <a:t>Premium</a:t>
                      </a:r>
                      <a:r>
                        <a:rPr lang="en-GB" sz="1100" b="0" i="0">
                          <a:solidFill>
                            <a:srgbClr val="000000"/>
                          </a:solidFill>
                          <a:effectLst/>
                          <a:latin typeface="Cambria" panose="02040503050406030204" pitchFamily="18" charset="0"/>
                        </a:rPr>
                        <a:t> </a:t>
                      </a:r>
                      <a:endParaRPr lang="en-GB" sz="900" b="0" i="0">
                        <a:solidFill>
                          <a:srgbClr val="000000"/>
                        </a:solidFill>
                        <a:effectLst/>
                        <a:latin typeface="Segoe UI" panose="020B0502040204020203" pitchFamily="34" charset="0"/>
                      </a:endParaRPr>
                    </a:p>
                  </a:txBody>
                  <a:tcPr marL="66675" marR="66675">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solidFill>
                      <a:srgbClr val="FFFFFF"/>
                    </a:solidFill>
                  </a:tcPr>
                </a:tc>
                <a:tc>
                  <a:txBody>
                    <a:bodyPr/>
                    <a:lstStyle/>
                    <a:p>
                      <a:pPr marL="0" marR="0" indent="0" algn="l" rtl="0" fontAlgn="base">
                        <a:buNone/>
                      </a:pPr>
                      <a:r>
                        <a:rPr lang="en-US" sz="1100" b="0" i="0">
                          <a:solidFill>
                            <a:srgbClr val="000000"/>
                          </a:solidFill>
                          <a:effectLst/>
                          <a:latin typeface="Cambria" panose="02040503050406030204" pitchFamily="18" charset="0"/>
                        </a:rPr>
                        <a:t>I</a:t>
                      </a:r>
                      <a:r>
                        <a:rPr lang="en-GB" sz="1100" b="0" i="0">
                          <a:solidFill>
                            <a:srgbClr val="000000"/>
                          </a:solidFill>
                          <a:effectLst/>
                          <a:latin typeface="Cambria" panose="02040503050406030204" pitchFamily="18" charset="0"/>
                        </a:rPr>
                        <a:t> </a:t>
                      </a:r>
                      <a:endParaRPr lang="en-GB" sz="900" b="0" i="0">
                        <a:solidFill>
                          <a:srgbClr val="000000"/>
                        </a:solidFill>
                        <a:effectLst/>
                        <a:latin typeface="Segoe UI" panose="020B0502040204020203" pitchFamily="34" charset="0"/>
                      </a:endParaRPr>
                    </a:p>
                  </a:txBody>
                  <a:tcPr marL="66675" marR="66675">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solidFill>
                      <a:srgbClr val="FFFFFF"/>
                    </a:solidFill>
                  </a:tcPr>
                </a:tc>
                <a:tc>
                  <a:txBody>
                    <a:bodyPr/>
                    <a:lstStyle/>
                    <a:p>
                      <a:pPr marL="0" marR="0" indent="0" algn="l" rtl="0" fontAlgn="base">
                        <a:buNone/>
                      </a:pPr>
                      <a:r>
                        <a:rPr lang="en-US" sz="1100" b="0" i="0">
                          <a:solidFill>
                            <a:srgbClr val="000000"/>
                          </a:solidFill>
                          <a:effectLst/>
                          <a:latin typeface="Cambria" panose="02040503050406030204" pitchFamily="18" charset="0"/>
                        </a:rPr>
                        <a:t>VS2</a:t>
                      </a:r>
                      <a:r>
                        <a:rPr lang="en-GB" sz="1100" b="0" i="0">
                          <a:solidFill>
                            <a:srgbClr val="000000"/>
                          </a:solidFill>
                          <a:effectLst/>
                          <a:latin typeface="Cambria" panose="02040503050406030204" pitchFamily="18" charset="0"/>
                        </a:rPr>
                        <a:t> </a:t>
                      </a:r>
                      <a:endParaRPr lang="en-GB" sz="900" b="0" i="0">
                        <a:solidFill>
                          <a:srgbClr val="000000"/>
                        </a:solidFill>
                        <a:effectLst/>
                        <a:latin typeface="Segoe UI" panose="020B0502040204020203" pitchFamily="34" charset="0"/>
                      </a:endParaRPr>
                    </a:p>
                  </a:txBody>
                  <a:tcPr marL="66675" marR="66675">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solidFill>
                      <a:srgbClr val="FFFFFF"/>
                    </a:solidFill>
                  </a:tcPr>
                </a:tc>
                <a:tc>
                  <a:txBody>
                    <a:bodyPr/>
                    <a:lstStyle/>
                    <a:p>
                      <a:pPr marL="0" marR="0" indent="0" algn="l" rtl="0" fontAlgn="base">
                        <a:buNone/>
                      </a:pPr>
                      <a:r>
                        <a:rPr lang="en-US" sz="1100" b="0" i="0">
                          <a:solidFill>
                            <a:srgbClr val="000000"/>
                          </a:solidFill>
                          <a:effectLst/>
                          <a:latin typeface="Cambria" panose="02040503050406030204" pitchFamily="18" charset="0"/>
                        </a:rPr>
                        <a:t>62.4</a:t>
                      </a:r>
                      <a:r>
                        <a:rPr lang="en-GB" sz="1100" b="0" i="0">
                          <a:solidFill>
                            <a:srgbClr val="000000"/>
                          </a:solidFill>
                          <a:effectLst/>
                          <a:latin typeface="Cambria" panose="02040503050406030204" pitchFamily="18" charset="0"/>
                        </a:rPr>
                        <a:t> </a:t>
                      </a:r>
                      <a:endParaRPr lang="en-GB" sz="900" b="0" i="0">
                        <a:solidFill>
                          <a:srgbClr val="000000"/>
                        </a:solidFill>
                        <a:effectLst/>
                        <a:latin typeface="Segoe UI" panose="020B0502040204020203" pitchFamily="34" charset="0"/>
                      </a:endParaRPr>
                    </a:p>
                  </a:txBody>
                  <a:tcPr marL="66675" marR="66675">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solidFill>
                      <a:srgbClr val="FFFFFF"/>
                    </a:solidFill>
                  </a:tcPr>
                </a:tc>
                <a:tc>
                  <a:txBody>
                    <a:bodyPr/>
                    <a:lstStyle/>
                    <a:p>
                      <a:pPr marL="0" marR="0" indent="0" algn="l" rtl="0" fontAlgn="base">
                        <a:buNone/>
                      </a:pPr>
                      <a:r>
                        <a:rPr lang="en-US" sz="1100" b="0" i="0">
                          <a:solidFill>
                            <a:srgbClr val="000000"/>
                          </a:solidFill>
                          <a:effectLst/>
                          <a:latin typeface="Cambria" panose="02040503050406030204" pitchFamily="18" charset="0"/>
                        </a:rPr>
                        <a:t>58</a:t>
                      </a:r>
                      <a:r>
                        <a:rPr lang="en-GB" sz="1100" b="0" i="0">
                          <a:solidFill>
                            <a:srgbClr val="000000"/>
                          </a:solidFill>
                          <a:effectLst/>
                          <a:latin typeface="Cambria" panose="02040503050406030204" pitchFamily="18" charset="0"/>
                        </a:rPr>
                        <a:t> </a:t>
                      </a:r>
                      <a:endParaRPr lang="en-GB" sz="900" b="0" i="0">
                        <a:solidFill>
                          <a:srgbClr val="000000"/>
                        </a:solidFill>
                        <a:effectLst/>
                        <a:latin typeface="Segoe UI" panose="020B0502040204020203" pitchFamily="34" charset="0"/>
                      </a:endParaRPr>
                    </a:p>
                  </a:txBody>
                  <a:tcPr marL="66675" marR="66675">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solidFill>
                      <a:srgbClr val="FFFFFF"/>
                    </a:solidFill>
                  </a:tcPr>
                </a:tc>
                <a:tc>
                  <a:txBody>
                    <a:bodyPr/>
                    <a:lstStyle/>
                    <a:p>
                      <a:pPr marL="0" marR="0" indent="0" algn="l" rtl="0" fontAlgn="base">
                        <a:buNone/>
                      </a:pPr>
                      <a:r>
                        <a:rPr lang="en-US" sz="1100" b="0" i="0">
                          <a:solidFill>
                            <a:srgbClr val="000000"/>
                          </a:solidFill>
                          <a:effectLst/>
                          <a:latin typeface="Cambria" panose="02040503050406030204" pitchFamily="18" charset="0"/>
                        </a:rPr>
                        <a:t>334</a:t>
                      </a:r>
                      <a:r>
                        <a:rPr lang="en-GB" sz="1100" b="0" i="0">
                          <a:solidFill>
                            <a:srgbClr val="000000"/>
                          </a:solidFill>
                          <a:effectLst/>
                          <a:latin typeface="Cambria" panose="02040503050406030204" pitchFamily="18" charset="0"/>
                        </a:rPr>
                        <a:t> </a:t>
                      </a:r>
                      <a:endParaRPr lang="en-GB" sz="900" b="0" i="0">
                        <a:solidFill>
                          <a:srgbClr val="000000"/>
                        </a:solidFill>
                        <a:effectLst/>
                        <a:latin typeface="Segoe UI" panose="020B0502040204020203" pitchFamily="34" charset="0"/>
                      </a:endParaRPr>
                    </a:p>
                  </a:txBody>
                  <a:tcPr marL="66675" marR="66675">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solidFill>
                      <a:srgbClr val="FFFFFF"/>
                    </a:solidFill>
                  </a:tcPr>
                </a:tc>
                <a:tc>
                  <a:txBody>
                    <a:bodyPr/>
                    <a:lstStyle/>
                    <a:p>
                      <a:pPr marL="0" marR="0" indent="0" algn="l" rtl="0" fontAlgn="base">
                        <a:buNone/>
                      </a:pPr>
                      <a:r>
                        <a:rPr lang="en-US" sz="1100" b="0" i="0">
                          <a:solidFill>
                            <a:srgbClr val="000000"/>
                          </a:solidFill>
                          <a:effectLst/>
                          <a:latin typeface="Cambria" panose="02040503050406030204" pitchFamily="18" charset="0"/>
                        </a:rPr>
                        <a:t>4.2</a:t>
                      </a:r>
                      <a:r>
                        <a:rPr lang="en-GB" sz="1100" b="0" i="0">
                          <a:solidFill>
                            <a:srgbClr val="000000"/>
                          </a:solidFill>
                          <a:effectLst/>
                          <a:latin typeface="Cambria" panose="02040503050406030204" pitchFamily="18" charset="0"/>
                        </a:rPr>
                        <a:t> </a:t>
                      </a:r>
                      <a:endParaRPr lang="en-GB" sz="900" b="0" i="0">
                        <a:solidFill>
                          <a:srgbClr val="000000"/>
                        </a:solidFill>
                        <a:effectLst/>
                        <a:latin typeface="Segoe UI" panose="020B0502040204020203" pitchFamily="34" charset="0"/>
                      </a:endParaRPr>
                    </a:p>
                  </a:txBody>
                  <a:tcPr marL="66675" marR="66675">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solidFill>
                      <a:srgbClr val="FFFFFF"/>
                    </a:solidFill>
                  </a:tcPr>
                </a:tc>
                <a:tc>
                  <a:txBody>
                    <a:bodyPr/>
                    <a:lstStyle/>
                    <a:p>
                      <a:pPr marL="0" marR="0" indent="0" algn="l" rtl="0" fontAlgn="base">
                        <a:buNone/>
                      </a:pPr>
                      <a:r>
                        <a:rPr lang="en-US" sz="1100" b="0" i="0">
                          <a:solidFill>
                            <a:srgbClr val="000000"/>
                          </a:solidFill>
                          <a:effectLst/>
                          <a:latin typeface="Cambria" panose="02040503050406030204" pitchFamily="18" charset="0"/>
                        </a:rPr>
                        <a:t>4.23</a:t>
                      </a:r>
                      <a:r>
                        <a:rPr lang="en-GB" sz="1100" b="0" i="0">
                          <a:solidFill>
                            <a:srgbClr val="000000"/>
                          </a:solidFill>
                          <a:effectLst/>
                          <a:latin typeface="Cambria" panose="02040503050406030204" pitchFamily="18" charset="0"/>
                        </a:rPr>
                        <a:t> </a:t>
                      </a:r>
                      <a:endParaRPr lang="en-GB" sz="900" b="0" i="0">
                        <a:solidFill>
                          <a:srgbClr val="000000"/>
                        </a:solidFill>
                        <a:effectLst/>
                        <a:latin typeface="Segoe UI" panose="020B0502040204020203" pitchFamily="34" charset="0"/>
                      </a:endParaRPr>
                    </a:p>
                  </a:txBody>
                  <a:tcPr marL="66675" marR="66675">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solidFill>
                      <a:srgbClr val="FFFFFF"/>
                    </a:solidFill>
                  </a:tcPr>
                </a:tc>
                <a:tc>
                  <a:txBody>
                    <a:bodyPr/>
                    <a:lstStyle/>
                    <a:p>
                      <a:pPr marL="0" marR="0" indent="0" algn="l" rtl="0" fontAlgn="base">
                        <a:buNone/>
                      </a:pPr>
                      <a:r>
                        <a:rPr lang="en-US" sz="1100" b="0" i="0">
                          <a:solidFill>
                            <a:srgbClr val="000000"/>
                          </a:solidFill>
                          <a:effectLst/>
                          <a:latin typeface="Cambria" panose="02040503050406030204" pitchFamily="18" charset="0"/>
                        </a:rPr>
                        <a:t>2.63</a:t>
                      </a:r>
                      <a:r>
                        <a:rPr lang="en-GB" sz="1100" b="0" i="0">
                          <a:solidFill>
                            <a:srgbClr val="000000"/>
                          </a:solidFill>
                          <a:effectLst/>
                          <a:latin typeface="Cambria" panose="02040503050406030204" pitchFamily="18" charset="0"/>
                        </a:rPr>
                        <a:t> </a:t>
                      </a:r>
                      <a:endParaRPr lang="en-GB" sz="900" b="0" i="0">
                        <a:solidFill>
                          <a:srgbClr val="000000"/>
                        </a:solidFill>
                        <a:effectLst/>
                        <a:latin typeface="Segoe UI" panose="020B0502040204020203" pitchFamily="34" charset="0"/>
                      </a:endParaRPr>
                    </a:p>
                  </a:txBody>
                  <a:tcPr marL="66675" marR="66675">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solidFill>
                      <a:srgbClr val="FFFFFF"/>
                    </a:solidFill>
                  </a:tcPr>
                </a:tc>
                <a:extLst>
                  <a:ext uri="{0D108BD9-81ED-4DB2-BD59-A6C34878D82A}">
                    <a16:rowId xmlns:a16="http://schemas.microsoft.com/office/drawing/2014/main" val="1040833495"/>
                  </a:ext>
                </a:extLst>
              </a:tr>
              <a:tr h="323850">
                <a:tc>
                  <a:txBody>
                    <a:bodyPr/>
                    <a:lstStyle/>
                    <a:p>
                      <a:pPr marL="0" marR="0" indent="0" algn="l" rtl="0" fontAlgn="base">
                        <a:buNone/>
                      </a:pPr>
                      <a:r>
                        <a:rPr lang="en-US" sz="1100" b="0" i="0">
                          <a:solidFill>
                            <a:srgbClr val="000000"/>
                          </a:solidFill>
                          <a:effectLst/>
                          <a:latin typeface="Cambria" panose="02040503050406030204" pitchFamily="18" charset="0"/>
                        </a:rPr>
                        <a:t>5</a:t>
                      </a:r>
                      <a:r>
                        <a:rPr lang="en-GB" sz="1100" b="0" i="0">
                          <a:solidFill>
                            <a:srgbClr val="000000"/>
                          </a:solidFill>
                          <a:effectLst/>
                          <a:latin typeface="Cambria" panose="02040503050406030204" pitchFamily="18" charset="0"/>
                        </a:rPr>
                        <a:t> </a:t>
                      </a:r>
                      <a:endParaRPr lang="en-GB" sz="900" b="0" i="0">
                        <a:solidFill>
                          <a:srgbClr val="000000"/>
                        </a:solidFill>
                        <a:effectLst/>
                        <a:latin typeface="Segoe UI" panose="020B0502040204020203" pitchFamily="34" charset="0"/>
                      </a:endParaRPr>
                    </a:p>
                  </a:txBody>
                  <a:tcPr marL="66675" marR="66675">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solidFill>
                      <a:srgbClr val="FFFFFF"/>
                    </a:solidFill>
                  </a:tcPr>
                </a:tc>
                <a:tc>
                  <a:txBody>
                    <a:bodyPr/>
                    <a:lstStyle/>
                    <a:p>
                      <a:pPr marL="0" marR="0" indent="0" algn="l" rtl="0" fontAlgn="base">
                        <a:buNone/>
                      </a:pPr>
                      <a:r>
                        <a:rPr lang="en-US" sz="1100" b="0" i="0">
                          <a:solidFill>
                            <a:srgbClr val="000000"/>
                          </a:solidFill>
                          <a:effectLst/>
                          <a:latin typeface="Cambria" panose="02040503050406030204" pitchFamily="18" charset="0"/>
                        </a:rPr>
                        <a:t>0.31</a:t>
                      </a:r>
                      <a:r>
                        <a:rPr lang="en-GB" sz="1100" b="0" i="0">
                          <a:solidFill>
                            <a:srgbClr val="000000"/>
                          </a:solidFill>
                          <a:effectLst/>
                          <a:latin typeface="Cambria" panose="02040503050406030204" pitchFamily="18" charset="0"/>
                        </a:rPr>
                        <a:t> </a:t>
                      </a:r>
                      <a:endParaRPr lang="en-GB" sz="900" b="0" i="0">
                        <a:solidFill>
                          <a:srgbClr val="000000"/>
                        </a:solidFill>
                        <a:effectLst/>
                        <a:latin typeface="Segoe UI" panose="020B0502040204020203" pitchFamily="34" charset="0"/>
                      </a:endParaRPr>
                    </a:p>
                  </a:txBody>
                  <a:tcPr marL="66675" marR="66675">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solidFill>
                      <a:srgbClr val="FFFFFF"/>
                    </a:solidFill>
                  </a:tcPr>
                </a:tc>
                <a:tc>
                  <a:txBody>
                    <a:bodyPr/>
                    <a:lstStyle/>
                    <a:p>
                      <a:pPr marL="0" marR="0" indent="0" algn="l" rtl="0" fontAlgn="base">
                        <a:buNone/>
                      </a:pPr>
                      <a:r>
                        <a:rPr lang="en-US" sz="1100" b="0" i="0">
                          <a:solidFill>
                            <a:srgbClr val="000000"/>
                          </a:solidFill>
                          <a:effectLst/>
                          <a:latin typeface="Cambria" panose="02040503050406030204" pitchFamily="18" charset="0"/>
                        </a:rPr>
                        <a:t>Good</a:t>
                      </a:r>
                      <a:r>
                        <a:rPr lang="en-GB" sz="1100" b="0" i="0">
                          <a:solidFill>
                            <a:srgbClr val="000000"/>
                          </a:solidFill>
                          <a:effectLst/>
                          <a:latin typeface="Cambria" panose="02040503050406030204" pitchFamily="18" charset="0"/>
                        </a:rPr>
                        <a:t> </a:t>
                      </a:r>
                      <a:endParaRPr lang="en-GB" sz="900" b="0" i="0">
                        <a:solidFill>
                          <a:srgbClr val="000000"/>
                        </a:solidFill>
                        <a:effectLst/>
                        <a:latin typeface="Segoe UI" panose="020B0502040204020203" pitchFamily="34" charset="0"/>
                      </a:endParaRPr>
                    </a:p>
                  </a:txBody>
                  <a:tcPr marL="66675" marR="66675">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solidFill>
                      <a:srgbClr val="FFFFFF"/>
                    </a:solidFill>
                  </a:tcPr>
                </a:tc>
                <a:tc>
                  <a:txBody>
                    <a:bodyPr/>
                    <a:lstStyle/>
                    <a:p>
                      <a:pPr marL="0" marR="0" indent="0" algn="l" rtl="0" fontAlgn="base">
                        <a:buNone/>
                      </a:pPr>
                      <a:r>
                        <a:rPr lang="en-US" sz="1100" b="0" i="0">
                          <a:solidFill>
                            <a:srgbClr val="000000"/>
                          </a:solidFill>
                          <a:effectLst/>
                          <a:latin typeface="Cambria" panose="02040503050406030204" pitchFamily="18" charset="0"/>
                        </a:rPr>
                        <a:t>J</a:t>
                      </a:r>
                      <a:r>
                        <a:rPr lang="en-GB" sz="1100" b="0" i="0">
                          <a:solidFill>
                            <a:srgbClr val="000000"/>
                          </a:solidFill>
                          <a:effectLst/>
                          <a:latin typeface="Cambria" panose="02040503050406030204" pitchFamily="18" charset="0"/>
                        </a:rPr>
                        <a:t> </a:t>
                      </a:r>
                      <a:endParaRPr lang="en-GB" sz="900" b="0" i="0">
                        <a:solidFill>
                          <a:srgbClr val="000000"/>
                        </a:solidFill>
                        <a:effectLst/>
                        <a:latin typeface="Segoe UI" panose="020B0502040204020203" pitchFamily="34" charset="0"/>
                      </a:endParaRPr>
                    </a:p>
                  </a:txBody>
                  <a:tcPr marL="66675" marR="66675">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solidFill>
                      <a:srgbClr val="FFFFFF"/>
                    </a:solidFill>
                  </a:tcPr>
                </a:tc>
                <a:tc>
                  <a:txBody>
                    <a:bodyPr/>
                    <a:lstStyle/>
                    <a:p>
                      <a:pPr marL="0" marR="0" indent="0" algn="l" rtl="0" fontAlgn="base">
                        <a:buNone/>
                      </a:pPr>
                      <a:r>
                        <a:rPr lang="en-US" sz="1100" b="0" i="0">
                          <a:solidFill>
                            <a:srgbClr val="000000"/>
                          </a:solidFill>
                          <a:effectLst/>
                          <a:latin typeface="Cambria" panose="02040503050406030204" pitchFamily="18" charset="0"/>
                        </a:rPr>
                        <a:t>SI2</a:t>
                      </a:r>
                      <a:r>
                        <a:rPr lang="en-GB" sz="1100" b="0" i="0">
                          <a:solidFill>
                            <a:srgbClr val="000000"/>
                          </a:solidFill>
                          <a:effectLst/>
                          <a:latin typeface="Cambria" panose="02040503050406030204" pitchFamily="18" charset="0"/>
                        </a:rPr>
                        <a:t> </a:t>
                      </a:r>
                      <a:endParaRPr lang="en-GB" sz="900" b="0" i="0">
                        <a:solidFill>
                          <a:srgbClr val="000000"/>
                        </a:solidFill>
                        <a:effectLst/>
                        <a:latin typeface="Segoe UI" panose="020B0502040204020203" pitchFamily="34" charset="0"/>
                      </a:endParaRPr>
                    </a:p>
                  </a:txBody>
                  <a:tcPr marL="66675" marR="66675">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solidFill>
                      <a:srgbClr val="FFFFFF"/>
                    </a:solidFill>
                  </a:tcPr>
                </a:tc>
                <a:tc>
                  <a:txBody>
                    <a:bodyPr/>
                    <a:lstStyle/>
                    <a:p>
                      <a:pPr marL="0" marR="0" indent="0" algn="l" rtl="0" fontAlgn="base">
                        <a:buNone/>
                      </a:pPr>
                      <a:r>
                        <a:rPr lang="en-US" sz="1100" b="0" i="0">
                          <a:solidFill>
                            <a:srgbClr val="000000"/>
                          </a:solidFill>
                          <a:effectLst/>
                          <a:latin typeface="Cambria" panose="02040503050406030204" pitchFamily="18" charset="0"/>
                        </a:rPr>
                        <a:t>63.3</a:t>
                      </a:r>
                      <a:r>
                        <a:rPr lang="en-GB" sz="1100" b="0" i="0">
                          <a:solidFill>
                            <a:srgbClr val="000000"/>
                          </a:solidFill>
                          <a:effectLst/>
                          <a:latin typeface="Cambria" panose="02040503050406030204" pitchFamily="18" charset="0"/>
                        </a:rPr>
                        <a:t> </a:t>
                      </a:r>
                      <a:endParaRPr lang="en-GB" sz="900" b="0" i="0">
                        <a:solidFill>
                          <a:srgbClr val="000000"/>
                        </a:solidFill>
                        <a:effectLst/>
                        <a:latin typeface="Segoe UI" panose="020B0502040204020203" pitchFamily="34" charset="0"/>
                      </a:endParaRPr>
                    </a:p>
                  </a:txBody>
                  <a:tcPr marL="66675" marR="66675">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solidFill>
                      <a:srgbClr val="FFFFFF"/>
                    </a:solidFill>
                  </a:tcPr>
                </a:tc>
                <a:tc>
                  <a:txBody>
                    <a:bodyPr/>
                    <a:lstStyle/>
                    <a:p>
                      <a:pPr marL="0" marR="0" indent="0" algn="l" rtl="0" fontAlgn="base">
                        <a:buNone/>
                      </a:pPr>
                      <a:r>
                        <a:rPr lang="en-US" sz="1100" b="0" i="0">
                          <a:solidFill>
                            <a:srgbClr val="000000"/>
                          </a:solidFill>
                          <a:effectLst/>
                          <a:latin typeface="Cambria" panose="02040503050406030204" pitchFamily="18" charset="0"/>
                        </a:rPr>
                        <a:t>58</a:t>
                      </a:r>
                      <a:r>
                        <a:rPr lang="en-GB" sz="1100" b="0" i="0">
                          <a:solidFill>
                            <a:srgbClr val="000000"/>
                          </a:solidFill>
                          <a:effectLst/>
                          <a:latin typeface="Cambria" panose="02040503050406030204" pitchFamily="18" charset="0"/>
                        </a:rPr>
                        <a:t> </a:t>
                      </a:r>
                      <a:endParaRPr lang="en-GB" sz="900" b="0" i="0">
                        <a:solidFill>
                          <a:srgbClr val="000000"/>
                        </a:solidFill>
                        <a:effectLst/>
                        <a:latin typeface="Segoe UI" panose="020B0502040204020203" pitchFamily="34" charset="0"/>
                      </a:endParaRPr>
                    </a:p>
                  </a:txBody>
                  <a:tcPr marL="66675" marR="66675">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solidFill>
                      <a:srgbClr val="FFFFFF"/>
                    </a:solidFill>
                  </a:tcPr>
                </a:tc>
                <a:tc>
                  <a:txBody>
                    <a:bodyPr/>
                    <a:lstStyle/>
                    <a:p>
                      <a:pPr marL="0" marR="0" indent="0" algn="l" rtl="0" fontAlgn="base">
                        <a:buNone/>
                      </a:pPr>
                      <a:r>
                        <a:rPr lang="en-US" sz="1100" b="0" i="0">
                          <a:solidFill>
                            <a:srgbClr val="000000"/>
                          </a:solidFill>
                          <a:effectLst/>
                          <a:latin typeface="Cambria" panose="02040503050406030204" pitchFamily="18" charset="0"/>
                        </a:rPr>
                        <a:t>335</a:t>
                      </a:r>
                      <a:r>
                        <a:rPr lang="en-GB" sz="1100" b="0" i="0">
                          <a:solidFill>
                            <a:srgbClr val="000000"/>
                          </a:solidFill>
                          <a:effectLst/>
                          <a:latin typeface="Cambria" panose="02040503050406030204" pitchFamily="18" charset="0"/>
                        </a:rPr>
                        <a:t> </a:t>
                      </a:r>
                      <a:endParaRPr lang="en-GB" sz="900" b="0" i="0">
                        <a:solidFill>
                          <a:srgbClr val="000000"/>
                        </a:solidFill>
                        <a:effectLst/>
                        <a:latin typeface="Segoe UI" panose="020B0502040204020203" pitchFamily="34" charset="0"/>
                      </a:endParaRPr>
                    </a:p>
                  </a:txBody>
                  <a:tcPr marL="66675" marR="66675">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solidFill>
                      <a:srgbClr val="FFFFFF"/>
                    </a:solidFill>
                  </a:tcPr>
                </a:tc>
                <a:tc>
                  <a:txBody>
                    <a:bodyPr/>
                    <a:lstStyle/>
                    <a:p>
                      <a:pPr marL="0" marR="0" indent="0" algn="l" rtl="0" fontAlgn="base">
                        <a:buNone/>
                      </a:pPr>
                      <a:r>
                        <a:rPr lang="en-US" sz="1100" b="0" i="0">
                          <a:solidFill>
                            <a:srgbClr val="000000"/>
                          </a:solidFill>
                          <a:effectLst/>
                          <a:latin typeface="Cambria" panose="02040503050406030204" pitchFamily="18" charset="0"/>
                        </a:rPr>
                        <a:t>4.34</a:t>
                      </a:r>
                      <a:r>
                        <a:rPr lang="en-GB" sz="1100" b="0" i="0">
                          <a:solidFill>
                            <a:srgbClr val="000000"/>
                          </a:solidFill>
                          <a:effectLst/>
                          <a:latin typeface="Cambria" panose="02040503050406030204" pitchFamily="18" charset="0"/>
                        </a:rPr>
                        <a:t> </a:t>
                      </a:r>
                      <a:endParaRPr lang="en-GB" sz="900" b="0" i="0">
                        <a:solidFill>
                          <a:srgbClr val="000000"/>
                        </a:solidFill>
                        <a:effectLst/>
                        <a:latin typeface="Segoe UI" panose="020B0502040204020203" pitchFamily="34" charset="0"/>
                      </a:endParaRPr>
                    </a:p>
                  </a:txBody>
                  <a:tcPr marL="66675" marR="66675">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solidFill>
                      <a:srgbClr val="FFFFFF"/>
                    </a:solidFill>
                  </a:tcPr>
                </a:tc>
                <a:tc>
                  <a:txBody>
                    <a:bodyPr/>
                    <a:lstStyle/>
                    <a:p>
                      <a:pPr marL="0" marR="0" indent="0" algn="l" rtl="0" fontAlgn="base">
                        <a:buNone/>
                      </a:pPr>
                      <a:r>
                        <a:rPr lang="en-US" sz="1100" b="0" i="0">
                          <a:solidFill>
                            <a:srgbClr val="000000"/>
                          </a:solidFill>
                          <a:effectLst/>
                          <a:latin typeface="Cambria" panose="02040503050406030204" pitchFamily="18" charset="0"/>
                        </a:rPr>
                        <a:t>4.35</a:t>
                      </a:r>
                      <a:r>
                        <a:rPr lang="en-GB" sz="1100" b="0" i="0">
                          <a:solidFill>
                            <a:srgbClr val="000000"/>
                          </a:solidFill>
                          <a:effectLst/>
                          <a:latin typeface="Cambria" panose="02040503050406030204" pitchFamily="18" charset="0"/>
                        </a:rPr>
                        <a:t> </a:t>
                      </a:r>
                      <a:endParaRPr lang="en-GB" sz="900" b="0" i="0">
                        <a:solidFill>
                          <a:srgbClr val="000000"/>
                        </a:solidFill>
                        <a:effectLst/>
                        <a:latin typeface="Segoe UI" panose="020B0502040204020203" pitchFamily="34" charset="0"/>
                      </a:endParaRPr>
                    </a:p>
                  </a:txBody>
                  <a:tcPr marL="66675" marR="66675">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solidFill>
                      <a:srgbClr val="FFFFFF"/>
                    </a:solidFill>
                  </a:tcPr>
                </a:tc>
                <a:tc>
                  <a:txBody>
                    <a:bodyPr/>
                    <a:lstStyle/>
                    <a:p>
                      <a:pPr marL="0" marR="0" indent="0" algn="l" rtl="0" fontAlgn="base">
                        <a:buNone/>
                      </a:pPr>
                      <a:r>
                        <a:rPr lang="en-US" sz="1100" b="0" i="0">
                          <a:solidFill>
                            <a:srgbClr val="000000"/>
                          </a:solidFill>
                          <a:effectLst/>
                          <a:latin typeface="Cambria" panose="02040503050406030204" pitchFamily="18" charset="0"/>
                        </a:rPr>
                        <a:t>2.75</a:t>
                      </a:r>
                      <a:r>
                        <a:rPr lang="en-GB" sz="1100" b="0" i="0">
                          <a:solidFill>
                            <a:srgbClr val="000000"/>
                          </a:solidFill>
                          <a:effectLst/>
                          <a:latin typeface="Cambria" panose="02040503050406030204" pitchFamily="18" charset="0"/>
                        </a:rPr>
                        <a:t> </a:t>
                      </a:r>
                      <a:endParaRPr lang="en-GB" sz="900" b="0" i="0">
                        <a:solidFill>
                          <a:srgbClr val="000000"/>
                        </a:solidFill>
                        <a:effectLst/>
                        <a:latin typeface="Segoe UI" panose="020B0502040204020203" pitchFamily="34" charset="0"/>
                      </a:endParaRPr>
                    </a:p>
                  </a:txBody>
                  <a:tcPr marL="66675" marR="66675">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solidFill>
                      <a:srgbClr val="FFFFFF"/>
                    </a:solidFill>
                  </a:tcPr>
                </a:tc>
                <a:extLst>
                  <a:ext uri="{0D108BD9-81ED-4DB2-BD59-A6C34878D82A}">
                    <a16:rowId xmlns:a16="http://schemas.microsoft.com/office/drawing/2014/main" val="821128585"/>
                  </a:ext>
                </a:extLst>
              </a:tr>
              <a:tr h="323850">
                <a:tc>
                  <a:txBody>
                    <a:bodyPr/>
                    <a:lstStyle/>
                    <a:p>
                      <a:pPr marL="0" marR="0" indent="0" algn="l" rtl="0" fontAlgn="base">
                        <a:buNone/>
                      </a:pPr>
                      <a:r>
                        <a:rPr lang="en-US" sz="1100" b="0" i="0">
                          <a:solidFill>
                            <a:srgbClr val="000000"/>
                          </a:solidFill>
                          <a:effectLst/>
                          <a:latin typeface="Cambria" panose="02040503050406030204" pitchFamily="18" charset="0"/>
                        </a:rPr>
                        <a:t>6</a:t>
                      </a:r>
                      <a:r>
                        <a:rPr lang="en-GB" sz="1100" b="0" i="0">
                          <a:solidFill>
                            <a:srgbClr val="000000"/>
                          </a:solidFill>
                          <a:effectLst/>
                          <a:latin typeface="Cambria" panose="02040503050406030204" pitchFamily="18" charset="0"/>
                        </a:rPr>
                        <a:t> </a:t>
                      </a:r>
                      <a:endParaRPr lang="en-GB" sz="900" b="0" i="0">
                        <a:solidFill>
                          <a:srgbClr val="000000"/>
                        </a:solidFill>
                        <a:effectLst/>
                        <a:latin typeface="Segoe UI" panose="020B0502040204020203" pitchFamily="34" charset="0"/>
                      </a:endParaRPr>
                    </a:p>
                  </a:txBody>
                  <a:tcPr marL="66675" marR="66675">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solidFill>
                      <a:srgbClr val="FFFFFF"/>
                    </a:solidFill>
                  </a:tcPr>
                </a:tc>
                <a:tc>
                  <a:txBody>
                    <a:bodyPr/>
                    <a:lstStyle/>
                    <a:p>
                      <a:pPr marL="0" marR="0" indent="0" algn="l" rtl="0" fontAlgn="base">
                        <a:buNone/>
                      </a:pPr>
                      <a:r>
                        <a:rPr lang="en-US" sz="1100" b="0" i="0">
                          <a:solidFill>
                            <a:srgbClr val="000000"/>
                          </a:solidFill>
                          <a:effectLst/>
                          <a:latin typeface="Cambria" panose="02040503050406030204" pitchFamily="18" charset="0"/>
                        </a:rPr>
                        <a:t>0.24</a:t>
                      </a:r>
                      <a:r>
                        <a:rPr lang="en-GB" sz="1100" b="0" i="0">
                          <a:solidFill>
                            <a:srgbClr val="000000"/>
                          </a:solidFill>
                          <a:effectLst/>
                          <a:latin typeface="Cambria" panose="02040503050406030204" pitchFamily="18" charset="0"/>
                        </a:rPr>
                        <a:t> </a:t>
                      </a:r>
                      <a:endParaRPr lang="en-GB" sz="900" b="0" i="0">
                        <a:solidFill>
                          <a:srgbClr val="000000"/>
                        </a:solidFill>
                        <a:effectLst/>
                        <a:latin typeface="Segoe UI" panose="020B0502040204020203" pitchFamily="34" charset="0"/>
                      </a:endParaRPr>
                    </a:p>
                  </a:txBody>
                  <a:tcPr marL="66675" marR="66675">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solidFill>
                      <a:srgbClr val="FFFFFF"/>
                    </a:solidFill>
                  </a:tcPr>
                </a:tc>
                <a:tc>
                  <a:txBody>
                    <a:bodyPr/>
                    <a:lstStyle/>
                    <a:p>
                      <a:pPr marL="0" marR="0" indent="0" algn="l" rtl="0" fontAlgn="base">
                        <a:buNone/>
                      </a:pPr>
                      <a:r>
                        <a:rPr lang="en-US" sz="1100" b="0" i="0">
                          <a:solidFill>
                            <a:srgbClr val="000000"/>
                          </a:solidFill>
                          <a:effectLst/>
                          <a:latin typeface="Cambria" panose="02040503050406030204" pitchFamily="18" charset="0"/>
                        </a:rPr>
                        <a:t>Very Good</a:t>
                      </a:r>
                      <a:r>
                        <a:rPr lang="en-GB" sz="1100" b="0" i="0">
                          <a:solidFill>
                            <a:srgbClr val="000000"/>
                          </a:solidFill>
                          <a:effectLst/>
                          <a:latin typeface="Cambria" panose="02040503050406030204" pitchFamily="18" charset="0"/>
                        </a:rPr>
                        <a:t> </a:t>
                      </a:r>
                      <a:endParaRPr lang="en-GB" sz="900" b="0" i="0">
                        <a:solidFill>
                          <a:srgbClr val="000000"/>
                        </a:solidFill>
                        <a:effectLst/>
                        <a:latin typeface="Segoe UI" panose="020B0502040204020203" pitchFamily="34" charset="0"/>
                      </a:endParaRPr>
                    </a:p>
                  </a:txBody>
                  <a:tcPr marL="66675" marR="66675">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solidFill>
                      <a:srgbClr val="FFFFFF"/>
                    </a:solidFill>
                  </a:tcPr>
                </a:tc>
                <a:tc>
                  <a:txBody>
                    <a:bodyPr/>
                    <a:lstStyle/>
                    <a:p>
                      <a:pPr marL="0" marR="0" indent="0" algn="l" rtl="0" fontAlgn="base">
                        <a:buNone/>
                      </a:pPr>
                      <a:r>
                        <a:rPr lang="en-US" sz="1100" b="0" i="0">
                          <a:solidFill>
                            <a:srgbClr val="000000"/>
                          </a:solidFill>
                          <a:effectLst/>
                          <a:latin typeface="Cambria" panose="02040503050406030204" pitchFamily="18" charset="0"/>
                        </a:rPr>
                        <a:t>J</a:t>
                      </a:r>
                      <a:r>
                        <a:rPr lang="en-GB" sz="1100" b="0" i="0">
                          <a:solidFill>
                            <a:srgbClr val="000000"/>
                          </a:solidFill>
                          <a:effectLst/>
                          <a:latin typeface="Cambria" panose="02040503050406030204" pitchFamily="18" charset="0"/>
                        </a:rPr>
                        <a:t> </a:t>
                      </a:r>
                      <a:endParaRPr lang="en-GB" sz="900" b="0" i="0">
                        <a:solidFill>
                          <a:srgbClr val="000000"/>
                        </a:solidFill>
                        <a:effectLst/>
                        <a:latin typeface="Segoe UI" panose="020B0502040204020203" pitchFamily="34" charset="0"/>
                      </a:endParaRPr>
                    </a:p>
                  </a:txBody>
                  <a:tcPr marL="66675" marR="66675">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solidFill>
                      <a:srgbClr val="FFFFFF"/>
                    </a:solidFill>
                  </a:tcPr>
                </a:tc>
                <a:tc>
                  <a:txBody>
                    <a:bodyPr/>
                    <a:lstStyle/>
                    <a:p>
                      <a:pPr marL="0" marR="0" indent="0" algn="l" rtl="0" fontAlgn="base">
                        <a:buNone/>
                      </a:pPr>
                      <a:r>
                        <a:rPr lang="en-US" sz="1100" b="0" i="0">
                          <a:solidFill>
                            <a:srgbClr val="000000"/>
                          </a:solidFill>
                          <a:effectLst/>
                          <a:latin typeface="Cambria" panose="02040503050406030204" pitchFamily="18" charset="0"/>
                        </a:rPr>
                        <a:t>VVS2</a:t>
                      </a:r>
                      <a:r>
                        <a:rPr lang="en-GB" sz="1100" b="0" i="0">
                          <a:solidFill>
                            <a:srgbClr val="000000"/>
                          </a:solidFill>
                          <a:effectLst/>
                          <a:latin typeface="Cambria" panose="02040503050406030204" pitchFamily="18" charset="0"/>
                        </a:rPr>
                        <a:t> </a:t>
                      </a:r>
                      <a:endParaRPr lang="en-GB" sz="900" b="0" i="0">
                        <a:solidFill>
                          <a:srgbClr val="000000"/>
                        </a:solidFill>
                        <a:effectLst/>
                        <a:latin typeface="Segoe UI" panose="020B0502040204020203" pitchFamily="34" charset="0"/>
                      </a:endParaRPr>
                    </a:p>
                  </a:txBody>
                  <a:tcPr marL="66675" marR="66675">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solidFill>
                      <a:srgbClr val="FFFFFF"/>
                    </a:solidFill>
                  </a:tcPr>
                </a:tc>
                <a:tc>
                  <a:txBody>
                    <a:bodyPr/>
                    <a:lstStyle/>
                    <a:p>
                      <a:pPr marL="0" marR="0" indent="0" algn="l" rtl="0" fontAlgn="base">
                        <a:buNone/>
                      </a:pPr>
                      <a:r>
                        <a:rPr lang="en-US" sz="1100" b="0" i="0">
                          <a:solidFill>
                            <a:srgbClr val="000000"/>
                          </a:solidFill>
                          <a:effectLst/>
                          <a:latin typeface="Cambria" panose="02040503050406030204" pitchFamily="18" charset="0"/>
                        </a:rPr>
                        <a:t>62.8</a:t>
                      </a:r>
                      <a:r>
                        <a:rPr lang="en-GB" sz="1100" b="0" i="0">
                          <a:solidFill>
                            <a:srgbClr val="000000"/>
                          </a:solidFill>
                          <a:effectLst/>
                          <a:latin typeface="Cambria" panose="02040503050406030204" pitchFamily="18" charset="0"/>
                        </a:rPr>
                        <a:t> </a:t>
                      </a:r>
                      <a:endParaRPr lang="en-GB" sz="900" b="0" i="0">
                        <a:solidFill>
                          <a:srgbClr val="000000"/>
                        </a:solidFill>
                        <a:effectLst/>
                        <a:latin typeface="Segoe UI" panose="020B0502040204020203" pitchFamily="34" charset="0"/>
                      </a:endParaRPr>
                    </a:p>
                  </a:txBody>
                  <a:tcPr marL="66675" marR="66675">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solidFill>
                      <a:srgbClr val="FFFFFF"/>
                    </a:solidFill>
                  </a:tcPr>
                </a:tc>
                <a:tc>
                  <a:txBody>
                    <a:bodyPr/>
                    <a:lstStyle/>
                    <a:p>
                      <a:pPr marL="0" marR="0" indent="0" algn="l" rtl="0" fontAlgn="base">
                        <a:buNone/>
                      </a:pPr>
                      <a:r>
                        <a:rPr lang="en-US" sz="1100" b="0" i="0">
                          <a:solidFill>
                            <a:srgbClr val="000000"/>
                          </a:solidFill>
                          <a:effectLst/>
                          <a:latin typeface="Cambria" panose="02040503050406030204" pitchFamily="18" charset="0"/>
                        </a:rPr>
                        <a:t>57</a:t>
                      </a:r>
                      <a:r>
                        <a:rPr lang="en-GB" sz="1100" b="0" i="0">
                          <a:solidFill>
                            <a:srgbClr val="000000"/>
                          </a:solidFill>
                          <a:effectLst/>
                          <a:latin typeface="Cambria" panose="02040503050406030204" pitchFamily="18" charset="0"/>
                        </a:rPr>
                        <a:t> </a:t>
                      </a:r>
                      <a:endParaRPr lang="en-GB" sz="900" b="0" i="0">
                        <a:solidFill>
                          <a:srgbClr val="000000"/>
                        </a:solidFill>
                        <a:effectLst/>
                        <a:latin typeface="Segoe UI" panose="020B0502040204020203" pitchFamily="34" charset="0"/>
                      </a:endParaRPr>
                    </a:p>
                  </a:txBody>
                  <a:tcPr marL="66675" marR="66675">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solidFill>
                      <a:srgbClr val="FFFFFF"/>
                    </a:solidFill>
                  </a:tcPr>
                </a:tc>
                <a:tc>
                  <a:txBody>
                    <a:bodyPr/>
                    <a:lstStyle/>
                    <a:p>
                      <a:pPr marL="0" marR="0" indent="0" algn="l" rtl="0" fontAlgn="base">
                        <a:buNone/>
                      </a:pPr>
                      <a:r>
                        <a:rPr lang="en-US" sz="1100" b="0" i="0">
                          <a:solidFill>
                            <a:srgbClr val="000000"/>
                          </a:solidFill>
                          <a:effectLst/>
                          <a:latin typeface="Cambria" panose="02040503050406030204" pitchFamily="18" charset="0"/>
                        </a:rPr>
                        <a:t>336</a:t>
                      </a:r>
                      <a:r>
                        <a:rPr lang="en-GB" sz="1100" b="0" i="0">
                          <a:solidFill>
                            <a:srgbClr val="000000"/>
                          </a:solidFill>
                          <a:effectLst/>
                          <a:latin typeface="Cambria" panose="02040503050406030204" pitchFamily="18" charset="0"/>
                        </a:rPr>
                        <a:t> </a:t>
                      </a:r>
                      <a:endParaRPr lang="en-GB" sz="900" b="0" i="0">
                        <a:solidFill>
                          <a:srgbClr val="000000"/>
                        </a:solidFill>
                        <a:effectLst/>
                        <a:latin typeface="Segoe UI" panose="020B0502040204020203" pitchFamily="34" charset="0"/>
                      </a:endParaRPr>
                    </a:p>
                  </a:txBody>
                  <a:tcPr marL="66675" marR="66675">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solidFill>
                      <a:srgbClr val="FFFFFF"/>
                    </a:solidFill>
                  </a:tcPr>
                </a:tc>
                <a:tc>
                  <a:txBody>
                    <a:bodyPr/>
                    <a:lstStyle/>
                    <a:p>
                      <a:pPr marL="0" marR="0" indent="0" algn="l" rtl="0" fontAlgn="base">
                        <a:buNone/>
                      </a:pPr>
                      <a:r>
                        <a:rPr lang="en-US" sz="1100" b="0" i="0">
                          <a:solidFill>
                            <a:srgbClr val="000000"/>
                          </a:solidFill>
                          <a:effectLst/>
                          <a:latin typeface="Cambria" panose="02040503050406030204" pitchFamily="18" charset="0"/>
                        </a:rPr>
                        <a:t>3.94</a:t>
                      </a:r>
                      <a:r>
                        <a:rPr lang="en-GB" sz="1100" b="0" i="0">
                          <a:solidFill>
                            <a:srgbClr val="000000"/>
                          </a:solidFill>
                          <a:effectLst/>
                          <a:latin typeface="Cambria" panose="02040503050406030204" pitchFamily="18" charset="0"/>
                        </a:rPr>
                        <a:t> </a:t>
                      </a:r>
                      <a:endParaRPr lang="en-GB" sz="900" b="0" i="0">
                        <a:solidFill>
                          <a:srgbClr val="000000"/>
                        </a:solidFill>
                        <a:effectLst/>
                        <a:latin typeface="Segoe UI" panose="020B0502040204020203" pitchFamily="34" charset="0"/>
                      </a:endParaRPr>
                    </a:p>
                  </a:txBody>
                  <a:tcPr marL="66675" marR="66675">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solidFill>
                      <a:srgbClr val="FFFFFF"/>
                    </a:solidFill>
                  </a:tcPr>
                </a:tc>
                <a:tc>
                  <a:txBody>
                    <a:bodyPr/>
                    <a:lstStyle/>
                    <a:p>
                      <a:pPr marL="0" marR="0" indent="0" algn="l" rtl="0" fontAlgn="base">
                        <a:buNone/>
                      </a:pPr>
                      <a:r>
                        <a:rPr lang="en-US" sz="1100" b="0" i="0">
                          <a:solidFill>
                            <a:srgbClr val="000000"/>
                          </a:solidFill>
                          <a:effectLst/>
                          <a:latin typeface="Cambria" panose="02040503050406030204" pitchFamily="18" charset="0"/>
                        </a:rPr>
                        <a:t>3.96</a:t>
                      </a:r>
                      <a:r>
                        <a:rPr lang="en-GB" sz="1100" b="0" i="0">
                          <a:solidFill>
                            <a:srgbClr val="000000"/>
                          </a:solidFill>
                          <a:effectLst/>
                          <a:latin typeface="Cambria" panose="02040503050406030204" pitchFamily="18" charset="0"/>
                        </a:rPr>
                        <a:t> </a:t>
                      </a:r>
                      <a:endParaRPr lang="en-GB" sz="900" b="0" i="0">
                        <a:solidFill>
                          <a:srgbClr val="000000"/>
                        </a:solidFill>
                        <a:effectLst/>
                        <a:latin typeface="Segoe UI" panose="020B0502040204020203" pitchFamily="34" charset="0"/>
                      </a:endParaRPr>
                    </a:p>
                  </a:txBody>
                  <a:tcPr marL="66675" marR="66675">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solidFill>
                      <a:srgbClr val="FFFFFF"/>
                    </a:solidFill>
                  </a:tcPr>
                </a:tc>
                <a:tc>
                  <a:txBody>
                    <a:bodyPr/>
                    <a:lstStyle/>
                    <a:p>
                      <a:pPr marL="0" marR="0" indent="0" algn="l" rtl="0" fontAlgn="base">
                        <a:buNone/>
                      </a:pPr>
                      <a:r>
                        <a:rPr lang="en-US" sz="1100" b="0" i="0">
                          <a:solidFill>
                            <a:srgbClr val="000000"/>
                          </a:solidFill>
                          <a:effectLst/>
                          <a:latin typeface="Cambria" panose="02040503050406030204" pitchFamily="18" charset="0"/>
                        </a:rPr>
                        <a:t>2.48</a:t>
                      </a:r>
                      <a:r>
                        <a:rPr lang="en-GB" sz="1100" b="0" i="0">
                          <a:solidFill>
                            <a:srgbClr val="000000"/>
                          </a:solidFill>
                          <a:effectLst/>
                          <a:latin typeface="Cambria" panose="02040503050406030204" pitchFamily="18" charset="0"/>
                        </a:rPr>
                        <a:t> </a:t>
                      </a:r>
                      <a:endParaRPr lang="en-GB" sz="900" b="0" i="0">
                        <a:solidFill>
                          <a:srgbClr val="000000"/>
                        </a:solidFill>
                        <a:effectLst/>
                        <a:latin typeface="Segoe UI" panose="020B0502040204020203" pitchFamily="34" charset="0"/>
                      </a:endParaRPr>
                    </a:p>
                  </a:txBody>
                  <a:tcPr marL="66675" marR="66675">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solidFill>
                      <a:srgbClr val="FFFFFF"/>
                    </a:solidFill>
                  </a:tcPr>
                </a:tc>
                <a:extLst>
                  <a:ext uri="{0D108BD9-81ED-4DB2-BD59-A6C34878D82A}">
                    <a16:rowId xmlns:a16="http://schemas.microsoft.com/office/drawing/2014/main" val="1313891056"/>
                  </a:ext>
                </a:extLst>
              </a:tr>
              <a:tr h="323850">
                <a:tc>
                  <a:txBody>
                    <a:bodyPr/>
                    <a:lstStyle/>
                    <a:p>
                      <a:pPr marL="0" marR="0" indent="0" algn="l" rtl="0" fontAlgn="base">
                        <a:buNone/>
                      </a:pPr>
                      <a:r>
                        <a:rPr lang="en-US" sz="1100" b="0" i="0">
                          <a:solidFill>
                            <a:srgbClr val="000000"/>
                          </a:solidFill>
                          <a:effectLst/>
                          <a:latin typeface="Cambria" panose="02040503050406030204" pitchFamily="18" charset="0"/>
                        </a:rPr>
                        <a:t>7</a:t>
                      </a:r>
                      <a:r>
                        <a:rPr lang="en-GB" sz="1100" b="0" i="0">
                          <a:solidFill>
                            <a:srgbClr val="000000"/>
                          </a:solidFill>
                          <a:effectLst/>
                          <a:latin typeface="Cambria" panose="02040503050406030204" pitchFamily="18" charset="0"/>
                        </a:rPr>
                        <a:t> </a:t>
                      </a:r>
                      <a:endParaRPr lang="en-GB" sz="900" b="0" i="0">
                        <a:solidFill>
                          <a:srgbClr val="000000"/>
                        </a:solidFill>
                        <a:effectLst/>
                        <a:latin typeface="Segoe UI" panose="020B0502040204020203" pitchFamily="34" charset="0"/>
                      </a:endParaRPr>
                    </a:p>
                  </a:txBody>
                  <a:tcPr marL="66675" marR="66675">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solidFill>
                      <a:srgbClr val="FFFFFF"/>
                    </a:solidFill>
                  </a:tcPr>
                </a:tc>
                <a:tc>
                  <a:txBody>
                    <a:bodyPr/>
                    <a:lstStyle/>
                    <a:p>
                      <a:pPr marL="0" marR="0" indent="0" algn="l" rtl="0" fontAlgn="base">
                        <a:buNone/>
                      </a:pPr>
                      <a:r>
                        <a:rPr lang="en-US" sz="1100" b="0" i="0">
                          <a:solidFill>
                            <a:srgbClr val="000000"/>
                          </a:solidFill>
                          <a:effectLst/>
                          <a:latin typeface="Cambria" panose="02040503050406030204" pitchFamily="18" charset="0"/>
                        </a:rPr>
                        <a:t>0.24</a:t>
                      </a:r>
                      <a:r>
                        <a:rPr lang="en-GB" sz="1100" b="0" i="0">
                          <a:solidFill>
                            <a:srgbClr val="000000"/>
                          </a:solidFill>
                          <a:effectLst/>
                          <a:latin typeface="Cambria" panose="02040503050406030204" pitchFamily="18" charset="0"/>
                        </a:rPr>
                        <a:t> </a:t>
                      </a:r>
                      <a:endParaRPr lang="en-GB" sz="900" b="0" i="0">
                        <a:solidFill>
                          <a:srgbClr val="000000"/>
                        </a:solidFill>
                        <a:effectLst/>
                        <a:latin typeface="Segoe UI" panose="020B0502040204020203" pitchFamily="34" charset="0"/>
                      </a:endParaRPr>
                    </a:p>
                  </a:txBody>
                  <a:tcPr marL="66675" marR="66675">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solidFill>
                      <a:srgbClr val="FFFFFF"/>
                    </a:solidFill>
                  </a:tcPr>
                </a:tc>
                <a:tc>
                  <a:txBody>
                    <a:bodyPr/>
                    <a:lstStyle/>
                    <a:p>
                      <a:pPr marL="0" marR="0" indent="0" algn="l" rtl="0" fontAlgn="base">
                        <a:buNone/>
                      </a:pPr>
                      <a:r>
                        <a:rPr lang="en-US" sz="1100" b="0" i="0">
                          <a:solidFill>
                            <a:srgbClr val="000000"/>
                          </a:solidFill>
                          <a:effectLst/>
                          <a:latin typeface="Cambria" panose="02040503050406030204" pitchFamily="18" charset="0"/>
                        </a:rPr>
                        <a:t>Very Good</a:t>
                      </a:r>
                      <a:r>
                        <a:rPr lang="en-GB" sz="1100" b="0" i="0">
                          <a:solidFill>
                            <a:srgbClr val="000000"/>
                          </a:solidFill>
                          <a:effectLst/>
                          <a:latin typeface="Cambria" panose="02040503050406030204" pitchFamily="18" charset="0"/>
                        </a:rPr>
                        <a:t> </a:t>
                      </a:r>
                      <a:endParaRPr lang="en-GB" sz="900" b="0" i="0">
                        <a:solidFill>
                          <a:srgbClr val="000000"/>
                        </a:solidFill>
                        <a:effectLst/>
                        <a:latin typeface="Segoe UI" panose="020B0502040204020203" pitchFamily="34" charset="0"/>
                      </a:endParaRPr>
                    </a:p>
                  </a:txBody>
                  <a:tcPr marL="66675" marR="66675">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solidFill>
                      <a:srgbClr val="FFFFFF"/>
                    </a:solidFill>
                  </a:tcPr>
                </a:tc>
                <a:tc>
                  <a:txBody>
                    <a:bodyPr/>
                    <a:lstStyle/>
                    <a:p>
                      <a:pPr marL="0" marR="0" indent="0" algn="l" rtl="0" fontAlgn="base">
                        <a:buNone/>
                      </a:pPr>
                      <a:r>
                        <a:rPr lang="en-US" sz="1100" b="0" i="0">
                          <a:solidFill>
                            <a:srgbClr val="000000"/>
                          </a:solidFill>
                          <a:effectLst/>
                          <a:latin typeface="Cambria" panose="02040503050406030204" pitchFamily="18" charset="0"/>
                        </a:rPr>
                        <a:t>I</a:t>
                      </a:r>
                      <a:r>
                        <a:rPr lang="en-GB" sz="1100" b="0" i="0">
                          <a:solidFill>
                            <a:srgbClr val="000000"/>
                          </a:solidFill>
                          <a:effectLst/>
                          <a:latin typeface="Cambria" panose="02040503050406030204" pitchFamily="18" charset="0"/>
                        </a:rPr>
                        <a:t> </a:t>
                      </a:r>
                      <a:endParaRPr lang="en-GB" sz="900" b="0" i="0">
                        <a:solidFill>
                          <a:srgbClr val="000000"/>
                        </a:solidFill>
                        <a:effectLst/>
                        <a:latin typeface="Segoe UI" panose="020B0502040204020203" pitchFamily="34" charset="0"/>
                      </a:endParaRPr>
                    </a:p>
                  </a:txBody>
                  <a:tcPr marL="66675" marR="66675">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solidFill>
                      <a:srgbClr val="FFFFFF"/>
                    </a:solidFill>
                  </a:tcPr>
                </a:tc>
                <a:tc>
                  <a:txBody>
                    <a:bodyPr/>
                    <a:lstStyle/>
                    <a:p>
                      <a:pPr marL="0" marR="0" indent="0" algn="l" rtl="0" fontAlgn="base">
                        <a:buNone/>
                      </a:pPr>
                      <a:r>
                        <a:rPr lang="en-US" sz="1100" b="0" i="0">
                          <a:solidFill>
                            <a:srgbClr val="000000"/>
                          </a:solidFill>
                          <a:effectLst/>
                          <a:latin typeface="Cambria" panose="02040503050406030204" pitchFamily="18" charset="0"/>
                        </a:rPr>
                        <a:t>VVS1</a:t>
                      </a:r>
                      <a:r>
                        <a:rPr lang="en-GB" sz="1100" b="0" i="0">
                          <a:solidFill>
                            <a:srgbClr val="000000"/>
                          </a:solidFill>
                          <a:effectLst/>
                          <a:latin typeface="Cambria" panose="02040503050406030204" pitchFamily="18" charset="0"/>
                        </a:rPr>
                        <a:t> </a:t>
                      </a:r>
                      <a:endParaRPr lang="en-GB" sz="900" b="0" i="0">
                        <a:solidFill>
                          <a:srgbClr val="000000"/>
                        </a:solidFill>
                        <a:effectLst/>
                        <a:latin typeface="Segoe UI" panose="020B0502040204020203" pitchFamily="34" charset="0"/>
                      </a:endParaRPr>
                    </a:p>
                  </a:txBody>
                  <a:tcPr marL="66675" marR="66675">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solidFill>
                      <a:srgbClr val="FFFFFF"/>
                    </a:solidFill>
                  </a:tcPr>
                </a:tc>
                <a:tc>
                  <a:txBody>
                    <a:bodyPr/>
                    <a:lstStyle/>
                    <a:p>
                      <a:pPr marL="0" marR="0" indent="0" algn="l" rtl="0" fontAlgn="base">
                        <a:buNone/>
                      </a:pPr>
                      <a:r>
                        <a:rPr lang="en-US" sz="1100" b="0" i="0">
                          <a:solidFill>
                            <a:srgbClr val="000000"/>
                          </a:solidFill>
                          <a:effectLst/>
                          <a:latin typeface="Cambria" panose="02040503050406030204" pitchFamily="18" charset="0"/>
                        </a:rPr>
                        <a:t>62.3</a:t>
                      </a:r>
                      <a:r>
                        <a:rPr lang="en-GB" sz="1100" b="0" i="0">
                          <a:solidFill>
                            <a:srgbClr val="000000"/>
                          </a:solidFill>
                          <a:effectLst/>
                          <a:latin typeface="Cambria" panose="02040503050406030204" pitchFamily="18" charset="0"/>
                        </a:rPr>
                        <a:t> </a:t>
                      </a:r>
                      <a:endParaRPr lang="en-GB" sz="900" b="0" i="0">
                        <a:solidFill>
                          <a:srgbClr val="000000"/>
                        </a:solidFill>
                        <a:effectLst/>
                        <a:latin typeface="Segoe UI" panose="020B0502040204020203" pitchFamily="34" charset="0"/>
                      </a:endParaRPr>
                    </a:p>
                  </a:txBody>
                  <a:tcPr marL="66675" marR="66675">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solidFill>
                      <a:srgbClr val="FFFFFF"/>
                    </a:solidFill>
                  </a:tcPr>
                </a:tc>
                <a:tc>
                  <a:txBody>
                    <a:bodyPr/>
                    <a:lstStyle/>
                    <a:p>
                      <a:pPr marL="0" marR="0" indent="0" algn="l" rtl="0" fontAlgn="base">
                        <a:buNone/>
                      </a:pPr>
                      <a:r>
                        <a:rPr lang="en-US" sz="1100" b="0" i="0">
                          <a:solidFill>
                            <a:srgbClr val="000000"/>
                          </a:solidFill>
                          <a:effectLst/>
                          <a:latin typeface="Cambria" panose="02040503050406030204" pitchFamily="18" charset="0"/>
                        </a:rPr>
                        <a:t>57</a:t>
                      </a:r>
                      <a:r>
                        <a:rPr lang="en-GB" sz="1100" b="0" i="0">
                          <a:solidFill>
                            <a:srgbClr val="000000"/>
                          </a:solidFill>
                          <a:effectLst/>
                          <a:latin typeface="Cambria" panose="02040503050406030204" pitchFamily="18" charset="0"/>
                        </a:rPr>
                        <a:t> </a:t>
                      </a:r>
                      <a:endParaRPr lang="en-GB" sz="900" b="0" i="0">
                        <a:solidFill>
                          <a:srgbClr val="000000"/>
                        </a:solidFill>
                        <a:effectLst/>
                        <a:latin typeface="Segoe UI" panose="020B0502040204020203" pitchFamily="34" charset="0"/>
                      </a:endParaRPr>
                    </a:p>
                  </a:txBody>
                  <a:tcPr marL="66675" marR="66675">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solidFill>
                      <a:srgbClr val="FFFFFF"/>
                    </a:solidFill>
                  </a:tcPr>
                </a:tc>
                <a:tc>
                  <a:txBody>
                    <a:bodyPr/>
                    <a:lstStyle/>
                    <a:p>
                      <a:pPr marL="0" marR="0" indent="0" algn="l" rtl="0" fontAlgn="base">
                        <a:buNone/>
                      </a:pPr>
                      <a:r>
                        <a:rPr lang="en-US" sz="1100" b="0" i="0">
                          <a:solidFill>
                            <a:srgbClr val="000000"/>
                          </a:solidFill>
                          <a:effectLst/>
                          <a:latin typeface="Cambria" panose="02040503050406030204" pitchFamily="18" charset="0"/>
                        </a:rPr>
                        <a:t>336</a:t>
                      </a:r>
                      <a:r>
                        <a:rPr lang="en-GB" sz="1100" b="0" i="0">
                          <a:solidFill>
                            <a:srgbClr val="000000"/>
                          </a:solidFill>
                          <a:effectLst/>
                          <a:latin typeface="Cambria" panose="02040503050406030204" pitchFamily="18" charset="0"/>
                        </a:rPr>
                        <a:t> </a:t>
                      </a:r>
                      <a:endParaRPr lang="en-GB" sz="900" b="0" i="0">
                        <a:solidFill>
                          <a:srgbClr val="000000"/>
                        </a:solidFill>
                        <a:effectLst/>
                        <a:latin typeface="Segoe UI" panose="020B0502040204020203" pitchFamily="34" charset="0"/>
                      </a:endParaRPr>
                    </a:p>
                  </a:txBody>
                  <a:tcPr marL="66675" marR="66675">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solidFill>
                      <a:srgbClr val="FFFFFF"/>
                    </a:solidFill>
                  </a:tcPr>
                </a:tc>
                <a:tc>
                  <a:txBody>
                    <a:bodyPr/>
                    <a:lstStyle/>
                    <a:p>
                      <a:pPr marL="0" marR="0" indent="0" algn="l" rtl="0" fontAlgn="base">
                        <a:buNone/>
                      </a:pPr>
                      <a:r>
                        <a:rPr lang="en-US" sz="1100" b="0" i="0">
                          <a:solidFill>
                            <a:srgbClr val="000000"/>
                          </a:solidFill>
                          <a:effectLst/>
                          <a:latin typeface="Cambria" panose="02040503050406030204" pitchFamily="18" charset="0"/>
                        </a:rPr>
                        <a:t>3.95</a:t>
                      </a:r>
                      <a:r>
                        <a:rPr lang="en-GB" sz="1100" b="0" i="0">
                          <a:solidFill>
                            <a:srgbClr val="000000"/>
                          </a:solidFill>
                          <a:effectLst/>
                          <a:latin typeface="Cambria" panose="02040503050406030204" pitchFamily="18" charset="0"/>
                        </a:rPr>
                        <a:t> </a:t>
                      </a:r>
                      <a:endParaRPr lang="en-GB" sz="900" b="0" i="0">
                        <a:solidFill>
                          <a:srgbClr val="000000"/>
                        </a:solidFill>
                        <a:effectLst/>
                        <a:latin typeface="Segoe UI" panose="020B0502040204020203" pitchFamily="34" charset="0"/>
                      </a:endParaRPr>
                    </a:p>
                  </a:txBody>
                  <a:tcPr marL="66675" marR="66675">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solidFill>
                      <a:srgbClr val="FFFFFF"/>
                    </a:solidFill>
                  </a:tcPr>
                </a:tc>
                <a:tc>
                  <a:txBody>
                    <a:bodyPr/>
                    <a:lstStyle/>
                    <a:p>
                      <a:pPr marL="0" marR="0" indent="0" algn="l" rtl="0" fontAlgn="base">
                        <a:buNone/>
                      </a:pPr>
                      <a:r>
                        <a:rPr lang="en-US" sz="1100" b="0" i="0">
                          <a:solidFill>
                            <a:srgbClr val="000000"/>
                          </a:solidFill>
                          <a:effectLst/>
                          <a:latin typeface="Cambria" panose="02040503050406030204" pitchFamily="18" charset="0"/>
                        </a:rPr>
                        <a:t>3.98</a:t>
                      </a:r>
                      <a:r>
                        <a:rPr lang="en-GB" sz="1100" b="0" i="0">
                          <a:solidFill>
                            <a:srgbClr val="000000"/>
                          </a:solidFill>
                          <a:effectLst/>
                          <a:latin typeface="Cambria" panose="02040503050406030204" pitchFamily="18" charset="0"/>
                        </a:rPr>
                        <a:t> </a:t>
                      </a:r>
                      <a:endParaRPr lang="en-GB" sz="900" b="0" i="0">
                        <a:solidFill>
                          <a:srgbClr val="000000"/>
                        </a:solidFill>
                        <a:effectLst/>
                        <a:latin typeface="Segoe UI" panose="020B0502040204020203" pitchFamily="34" charset="0"/>
                      </a:endParaRPr>
                    </a:p>
                  </a:txBody>
                  <a:tcPr marL="66675" marR="66675">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solidFill>
                      <a:srgbClr val="FFFFFF"/>
                    </a:solidFill>
                  </a:tcPr>
                </a:tc>
                <a:tc>
                  <a:txBody>
                    <a:bodyPr/>
                    <a:lstStyle/>
                    <a:p>
                      <a:pPr marL="0" marR="0" indent="0" algn="l" rtl="0" fontAlgn="base">
                        <a:buNone/>
                      </a:pPr>
                      <a:r>
                        <a:rPr lang="en-US" sz="1100" b="0" i="0">
                          <a:solidFill>
                            <a:srgbClr val="000000"/>
                          </a:solidFill>
                          <a:effectLst/>
                          <a:latin typeface="Cambria" panose="02040503050406030204" pitchFamily="18" charset="0"/>
                        </a:rPr>
                        <a:t>2.47</a:t>
                      </a:r>
                      <a:r>
                        <a:rPr lang="en-GB" sz="1100" b="0" i="0">
                          <a:solidFill>
                            <a:srgbClr val="000000"/>
                          </a:solidFill>
                          <a:effectLst/>
                          <a:latin typeface="Cambria" panose="02040503050406030204" pitchFamily="18" charset="0"/>
                        </a:rPr>
                        <a:t> </a:t>
                      </a:r>
                      <a:endParaRPr lang="en-GB" sz="900" b="0" i="0">
                        <a:solidFill>
                          <a:srgbClr val="000000"/>
                        </a:solidFill>
                        <a:effectLst/>
                        <a:latin typeface="Segoe UI" panose="020B0502040204020203" pitchFamily="34" charset="0"/>
                      </a:endParaRPr>
                    </a:p>
                  </a:txBody>
                  <a:tcPr marL="66675" marR="66675">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solidFill>
                      <a:srgbClr val="FFFFFF"/>
                    </a:solidFill>
                  </a:tcPr>
                </a:tc>
                <a:extLst>
                  <a:ext uri="{0D108BD9-81ED-4DB2-BD59-A6C34878D82A}">
                    <a16:rowId xmlns:a16="http://schemas.microsoft.com/office/drawing/2014/main" val="1931321865"/>
                  </a:ext>
                </a:extLst>
              </a:tr>
              <a:tr h="323850">
                <a:tc>
                  <a:txBody>
                    <a:bodyPr/>
                    <a:lstStyle/>
                    <a:p>
                      <a:pPr marL="0" marR="0" indent="0" algn="l" rtl="0" fontAlgn="base">
                        <a:buNone/>
                      </a:pPr>
                      <a:r>
                        <a:rPr lang="en-US" sz="1100" b="0" i="0">
                          <a:solidFill>
                            <a:srgbClr val="000000"/>
                          </a:solidFill>
                          <a:effectLst/>
                          <a:latin typeface="Cambria" panose="02040503050406030204" pitchFamily="18" charset="0"/>
                        </a:rPr>
                        <a:t>8</a:t>
                      </a:r>
                      <a:r>
                        <a:rPr lang="en-GB" sz="1100" b="0" i="0">
                          <a:solidFill>
                            <a:srgbClr val="000000"/>
                          </a:solidFill>
                          <a:effectLst/>
                          <a:latin typeface="Cambria" panose="02040503050406030204" pitchFamily="18" charset="0"/>
                        </a:rPr>
                        <a:t> </a:t>
                      </a:r>
                      <a:endParaRPr lang="en-GB" sz="900" b="0" i="0">
                        <a:solidFill>
                          <a:srgbClr val="000000"/>
                        </a:solidFill>
                        <a:effectLst/>
                        <a:latin typeface="Segoe UI" panose="020B0502040204020203" pitchFamily="34" charset="0"/>
                      </a:endParaRPr>
                    </a:p>
                  </a:txBody>
                  <a:tcPr marL="66675" marR="66675">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solidFill>
                      <a:srgbClr val="FFFFFF"/>
                    </a:solidFill>
                  </a:tcPr>
                </a:tc>
                <a:tc>
                  <a:txBody>
                    <a:bodyPr/>
                    <a:lstStyle/>
                    <a:p>
                      <a:pPr marL="0" marR="0" indent="0" algn="l" rtl="0" fontAlgn="base">
                        <a:buNone/>
                      </a:pPr>
                      <a:r>
                        <a:rPr lang="en-US" sz="1100" b="0" i="0">
                          <a:solidFill>
                            <a:srgbClr val="000000"/>
                          </a:solidFill>
                          <a:effectLst/>
                          <a:latin typeface="Cambria" panose="02040503050406030204" pitchFamily="18" charset="0"/>
                        </a:rPr>
                        <a:t>0.26</a:t>
                      </a:r>
                      <a:r>
                        <a:rPr lang="en-GB" sz="1100" b="0" i="0">
                          <a:solidFill>
                            <a:srgbClr val="000000"/>
                          </a:solidFill>
                          <a:effectLst/>
                          <a:latin typeface="Cambria" panose="02040503050406030204" pitchFamily="18" charset="0"/>
                        </a:rPr>
                        <a:t> </a:t>
                      </a:r>
                      <a:endParaRPr lang="en-GB" sz="900" b="0" i="0">
                        <a:solidFill>
                          <a:srgbClr val="000000"/>
                        </a:solidFill>
                        <a:effectLst/>
                        <a:latin typeface="Segoe UI" panose="020B0502040204020203" pitchFamily="34" charset="0"/>
                      </a:endParaRPr>
                    </a:p>
                  </a:txBody>
                  <a:tcPr marL="66675" marR="66675">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solidFill>
                      <a:srgbClr val="FFFFFF"/>
                    </a:solidFill>
                  </a:tcPr>
                </a:tc>
                <a:tc>
                  <a:txBody>
                    <a:bodyPr/>
                    <a:lstStyle/>
                    <a:p>
                      <a:pPr marL="0" marR="0" indent="0" algn="l" rtl="0" fontAlgn="base">
                        <a:buNone/>
                      </a:pPr>
                      <a:r>
                        <a:rPr lang="en-US" sz="1100" b="0" i="0">
                          <a:solidFill>
                            <a:srgbClr val="000000"/>
                          </a:solidFill>
                          <a:effectLst/>
                          <a:latin typeface="Cambria" panose="02040503050406030204" pitchFamily="18" charset="0"/>
                        </a:rPr>
                        <a:t>Very Good</a:t>
                      </a:r>
                      <a:r>
                        <a:rPr lang="en-GB" sz="1100" b="0" i="0">
                          <a:solidFill>
                            <a:srgbClr val="000000"/>
                          </a:solidFill>
                          <a:effectLst/>
                          <a:latin typeface="Cambria" panose="02040503050406030204" pitchFamily="18" charset="0"/>
                        </a:rPr>
                        <a:t> </a:t>
                      </a:r>
                      <a:endParaRPr lang="en-GB" sz="900" b="0" i="0">
                        <a:solidFill>
                          <a:srgbClr val="000000"/>
                        </a:solidFill>
                        <a:effectLst/>
                        <a:latin typeface="Segoe UI" panose="020B0502040204020203" pitchFamily="34" charset="0"/>
                      </a:endParaRPr>
                    </a:p>
                  </a:txBody>
                  <a:tcPr marL="66675" marR="66675">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solidFill>
                      <a:srgbClr val="FFFFFF"/>
                    </a:solidFill>
                  </a:tcPr>
                </a:tc>
                <a:tc>
                  <a:txBody>
                    <a:bodyPr/>
                    <a:lstStyle/>
                    <a:p>
                      <a:pPr marL="0" marR="0" indent="0" algn="l" rtl="0" fontAlgn="base">
                        <a:buNone/>
                      </a:pPr>
                      <a:r>
                        <a:rPr lang="en-US" sz="1100" b="0" i="0">
                          <a:solidFill>
                            <a:srgbClr val="000000"/>
                          </a:solidFill>
                          <a:effectLst/>
                          <a:latin typeface="Cambria" panose="02040503050406030204" pitchFamily="18" charset="0"/>
                        </a:rPr>
                        <a:t>H</a:t>
                      </a:r>
                      <a:r>
                        <a:rPr lang="en-GB" sz="1100" b="0" i="0">
                          <a:solidFill>
                            <a:srgbClr val="000000"/>
                          </a:solidFill>
                          <a:effectLst/>
                          <a:latin typeface="Cambria" panose="02040503050406030204" pitchFamily="18" charset="0"/>
                        </a:rPr>
                        <a:t> </a:t>
                      </a:r>
                      <a:endParaRPr lang="en-GB" sz="900" b="0" i="0">
                        <a:solidFill>
                          <a:srgbClr val="000000"/>
                        </a:solidFill>
                        <a:effectLst/>
                        <a:latin typeface="Segoe UI" panose="020B0502040204020203" pitchFamily="34" charset="0"/>
                      </a:endParaRPr>
                    </a:p>
                  </a:txBody>
                  <a:tcPr marL="66675" marR="66675">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solidFill>
                      <a:srgbClr val="FFFFFF"/>
                    </a:solidFill>
                  </a:tcPr>
                </a:tc>
                <a:tc>
                  <a:txBody>
                    <a:bodyPr/>
                    <a:lstStyle/>
                    <a:p>
                      <a:pPr marL="0" marR="0" indent="0" algn="l" rtl="0" fontAlgn="base">
                        <a:buNone/>
                      </a:pPr>
                      <a:r>
                        <a:rPr lang="en-US" sz="1100" b="0" i="0">
                          <a:solidFill>
                            <a:srgbClr val="000000"/>
                          </a:solidFill>
                          <a:effectLst/>
                          <a:latin typeface="Cambria" panose="02040503050406030204" pitchFamily="18" charset="0"/>
                        </a:rPr>
                        <a:t>SI1</a:t>
                      </a:r>
                      <a:r>
                        <a:rPr lang="en-GB" sz="1100" b="0" i="0">
                          <a:solidFill>
                            <a:srgbClr val="000000"/>
                          </a:solidFill>
                          <a:effectLst/>
                          <a:latin typeface="Cambria" panose="02040503050406030204" pitchFamily="18" charset="0"/>
                        </a:rPr>
                        <a:t> </a:t>
                      </a:r>
                      <a:endParaRPr lang="en-GB" sz="900" b="0" i="0">
                        <a:solidFill>
                          <a:srgbClr val="000000"/>
                        </a:solidFill>
                        <a:effectLst/>
                        <a:latin typeface="Segoe UI" panose="020B0502040204020203" pitchFamily="34" charset="0"/>
                      </a:endParaRPr>
                    </a:p>
                  </a:txBody>
                  <a:tcPr marL="66675" marR="66675">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solidFill>
                      <a:srgbClr val="FFFFFF"/>
                    </a:solidFill>
                  </a:tcPr>
                </a:tc>
                <a:tc>
                  <a:txBody>
                    <a:bodyPr/>
                    <a:lstStyle/>
                    <a:p>
                      <a:pPr marL="0" marR="0" indent="0" algn="l" rtl="0" fontAlgn="base">
                        <a:buNone/>
                      </a:pPr>
                      <a:r>
                        <a:rPr lang="en-US" sz="1100" b="0" i="0">
                          <a:solidFill>
                            <a:srgbClr val="000000"/>
                          </a:solidFill>
                          <a:effectLst/>
                          <a:latin typeface="Cambria" panose="02040503050406030204" pitchFamily="18" charset="0"/>
                        </a:rPr>
                        <a:t>61.9</a:t>
                      </a:r>
                      <a:r>
                        <a:rPr lang="en-GB" sz="1100" b="0" i="0">
                          <a:solidFill>
                            <a:srgbClr val="000000"/>
                          </a:solidFill>
                          <a:effectLst/>
                          <a:latin typeface="Cambria" panose="02040503050406030204" pitchFamily="18" charset="0"/>
                        </a:rPr>
                        <a:t> </a:t>
                      </a:r>
                      <a:endParaRPr lang="en-GB" sz="900" b="0" i="0">
                        <a:solidFill>
                          <a:srgbClr val="000000"/>
                        </a:solidFill>
                        <a:effectLst/>
                        <a:latin typeface="Segoe UI" panose="020B0502040204020203" pitchFamily="34" charset="0"/>
                      </a:endParaRPr>
                    </a:p>
                  </a:txBody>
                  <a:tcPr marL="66675" marR="66675">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solidFill>
                      <a:srgbClr val="FFFFFF"/>
                    </a:solidFill>
                  </a:tcPr>
                </a:tc>
                <a:tc>
                  <a:txBody>
                    <a:bodyPr/>
                    <a:lstStyle/>
                    <a:p>
                      <a:pPr marL="0" marR="0" indent="0" algn="l" rtl="0" fontAlgn="base">
                        <a:buNone/>
                      </a:pPr>
                      <a:r>
                        <a:rPr lang="en-US" sz="1100" b="0" i="0">
                          <a:solidFill>
                            <a:srgbClr val="000000"/>
                          </a:solidFill>
                          <a:effectLst/>
                          <a:latin typeface="Cambria" panose="02040503050406030204" pitchFamily="18" charset="0"/>
                        </a:rPr>
                        <a:t>55</a:t>
                      </a:r>
                      <a:r>
                        <a:rPr lang="en-GB" sz="1100" b="0" i="0">
                          <a:solidFill>
                            <a:srgbClr val="000000"/>
                          </a:solidFill>
                          <a:effectLst/>
                          <a:latin typeface="Cambria" panose="02040503050406030204" pitchFamily="18" charset="0"/>
                        </a:rPr>
                        <a:t> </a:t>
                      </a:r>
                      <a:endParaRPr lang="en-GB" sz="900" b="0" i="0">
                        <a:solidFill>
                          <a:srgbClr val="000000"/>
                        </a:solidFill>
                        <a:effectLst/>
                        <a:latin typeface="Segoe UI" panose="020B0502040204020203" pitchFamily="34" charset="0"/>
                      </a:endParaRPr>
                    </a:p>
                  </a:txBody>
                  <a:tcPr marL="66675" marR="66675">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solidFill>
                      <a:srgbClr val="FFFFFF"/>
                    </a:solidFill>
                  </a:tcPr>
                </a:tc>
                <a:tc>
                  <a:txBody>
                    <a:bodyPr/>
                    <a:lstStyle/>
                    <a:p>
                      <a:pPr marL="0" marR="0" indent="0" algn="l" rtl="0" fontAlgn="base">
                        <a:buNone/>
                      </a:pPr>
                      <a:r>
                        <a:rPr lang="en-US" sz="1100" b="0" i="0">
                          <a:solidFill>
                            <a:srgbClr val="000000"/>
                          </a:solidFill>
                          <a:effectLst/>
                          <a:latin typeface="Cambria" panose="02040503050406030204" pitchFamily="18" charset="0"/>
                        </a:rPr>
                        <a:t>337</a:t>
                      </a:r>
                      <a:r>
                        <a:rPr lang="en-GB" sz="1100" b="0" i="0">
                          <a:solidFill>
                            <a:srgbClr val="000000"/>
                          </a:solidFill>
                          <a:effectLst/>
                          <a:latin typeface="Cambria" panose="02040503050406030204" pitchFamily="18" charset="0"/>
                        </a:rPr>
                        <a:t> </a:t>
                      </a:r>
                      <a:endParaRPr lang="en-GB" sz="900" b="0" i="0">
                        <a:solidFill>
                          <a:srgbClr val="000000"/>
                        </a:solidFill>
                        <a:effectLst/>
                        <a:latin typeface="Segoe UI" panose="020B0502040204020203" pitchFamily="34" charset="0"/>
                      </a:endParaRPr>
                    </a:p>
                  </a:txBody>
                  <a:tcPr marL="66675" marR="66675">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solidFill>
                      <a:srgbClr val="FFFFFF"/>
                    </a:solidFill>
                  </a:tcPr>
                </a:tc>
                <a:tc>
                  <a:txBody>
                    <a:bodyPr/>
                    <a:lstStyle/>
                    <a:p>
                      <a:pPr marL="0" marR="0" indent="0" algn="l" rtl="0" fontAlgn="base">
                        <a:buNone/>
                      </a:pPr>
                      <a:r>
                        <a:rPr lang="en-US" sz="1100" b="0" i="0">
                          <a:solidFill>
                            <a:srgbClr val="000000"/>
                          </a:solidFill>
                          <a:effectLst/>
                          <a:latin typeface="Cambria" panose="02040503050406030204" pitchFamily="18" charset="0"/>
                        </a:rPr>
                        <a:t>4.07</a:t>
                      </a:r>
                      <a:r>
                        <a:rPr lang="en-GB" sz="1100" b="0" i="0">
                          <a:solidFill>
                            <a:srgbClr val="000000"/>
                          </a:solidFill>
                          <a:effectLst/>
                          <a:latin typeface="Cambria" panose="02040503050406030204" pitchFamily="18" charset="0"/>
                        </a:rPr>
                        <a:t> </a:t>
                      </a:r>
                      <a:endParaRPr lang="en-GB" sz="900" b="0" i="0">
                        <a:solidFill>
                          <a:srgbClr val="000000"/>
                        </a:solidFill>
                        <a:effectLst/>
                        <a:latin typeface="Segoe UI" panose="020B0502040204020203" pitchFamily="34" charset="0"/>
                      </a:endParaRPr>
                    </a:p>
                  </a:txBody>
                  <a:tcPr marL="66675" marR="66675">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solidFill>
                      <a:srgbClr val="FFFFFF"/>
                    </a:solidFill>
                  </a:tcPr>
                </a:tc>
                <a:tc>
                  <a:txBody>
                    <a:bodyPr/>
                    <a:lstStyle/>
                    <a:p>
                      <a:pPr marL="0" marR="0" indent="0" algn="l" rtl="0" fontAlgn="base">
                        <a:buNone/>
                      </a:pPr>
                      <a:r>
                        <a:rPr lang="en-US" sz="1100" b="0" i="0">
                          <a:solidFill>
                            <a:srgbClr val="000000"/>
                          </a:solidFill>
                          <a:effectLst/>
                          <a:latin typeface="Cambria" panose="02040503050406030204" pitchFamily="18" charset="0"/>
                        </a:rPr>
                        <a:t>4.11</a:t>
                      </a:r>
                      <a:r>
                        <a:rPr lang="en-GB" sz="1100" b="0" i="0">
                          <a:solidFill>
                            <a:srgbClr val="000000"/>
                          </a:solidFill>
                          <a:effectLst/>
                          <a:latin typeface="Cambria" panose="02040503050406030204" pitchFamily="18" charset="0"/>
                        </a:rPr>
                        <a:t> </a:t>
                      </a:r>
                      <a:endParaRPr lang="en-GB" sz="900" b="0" i="0">
                        <a:solidFill>
                          <a:srgbClr val="000000"/>
                        </a:solidFill>
                        <a:effectLst/>
                        <a:latin typeface="Segoe UI" panose="020B0502040204020203" pitchFamily="34" charset="0"/>
                      </a:endParaRPr>
                    </a:p>
                  </a:txBody>
                  <a:tcPr marL="66675" marR="66675">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solidFill>
                      <a:srgbClr val="FFFFFF"/>
                    </a:solidFill>
                  </a:tcPr>
                </a:tc>
                <a:tc>
                  <a:txBody>
                    <a:bodyPr/>
                    <a:lstStyle/>
                    <a:p>
                      <a:pPr marL="0" marR="0" indent="0" algn="l" rtl="0" fontAlgn="base">
                        <a:buNone/>
                      </a:pPr>
                      <a:r>
                        <a:rPr lang="en-US" sz="1100" b="0" i="0">
                          <a:solidFill>
                            <a:srgbClr val="000000"/>
                          </a:solidFill>
                          <a:effectLst/>
                          <a:latin typeface="Cambria" panose="02040503050406030204" pitchFamily="18" charset="0"/>
                        </a:rPr>
                        <a:t>2.53</a:t>
                      </a:r>
                      <a:r>
                        <a:rPr lang="en-GB" sz="1100" b="0" i="0">
                          <a:solidFill>
                            <a:srgbClr val="000000"/>
                          </a:solidFill>
                          <a:effectLst/>
                          <a:latin typeface="Cambria" panose="02040503050406030204" pitchFamily="18" charset="0"/>
                        </a:rPr>
                        <a:t> </a:t>
                      </a:r>
                      <a:endParaRPr lang="en-GB" sz="900" b="0" i="0">
                        <a:solidFill>
                          <a:srgbClr val="000000"/>
                        </a:solidFill>
                        <a:effectLst/>
                        <a:latin typeface="Segoe UI" panose="020B0502040204020203" pitchFamily="34" charset="0"/>
                      </a:endParaRPr>
                    </a:p>
                  </a:txBody>
                  <a:tcPr marL="66675" marR="66675">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solidFill>
                      <a:srgbClr val="FFFFFF"/>
                    </a:solidFill>
                  </a:tcPr>
                </a:tc>
                <a:extLst>
                  <a:ext uri="{0D108BD9-81ED-4DB2-BD59-A6C34878D82A}">
                    <a16:rowId xmlns:a16="http://schemas.microsoft.com/office/drawing/2014/main" val="3281969589"/>
                  </a:ext>
                </a:extLst>
              </a:tr>
              <a:tr h="323850">
                <a:tc>
                  <a:txBody>
                    <a:bodyPr/>
                    <a:lstStyle/>
                    <a:p>
                      <a:pPr marL="0" marR="0" indent="0" algn="l" rtl="0" fontAlgn="base">
                        <a:buNone/>
                      </a:pPr>
                      <a:r>
                        <a:rPr lang="en-US" sz="1100" b="0" i="0">
                          <a:solidFill>
                            <a:srgbClr val="000000"/>
                          </a:solidFill>
                          <a:effectLst/>
                          <a:latin typeface="Cambria" panose="02040503050406030204" pitchFamily="18" charset="0"/>
                        </a:rPr>
                        <a:t>9</a:t>
                      </a:r>
                      <a:r>
                        <a:rPr lang="en-GB" sz="1100" b="0" i="0">
                          <a:solidFill>
                            <a:srgbClr val="000000"/>
                          </a:solidFill>
                          <a:effectLst/>
                          <a:latin typeface="Cambria" panose="02040503050406030204" pitchFamily="18" charset="0"/>
                        </a:rPr>
                        <a:t> </a:t>
                      </a:r>
                      <a:endParaRPr lang="en-GB" sz="900" b="0" i="0">
                        <a:solidFill>
                          <a:srgbClr val="000000"/>
                        </a:solidFill>
                        <a:effectLst/>
                        <a:latin typeface="Segoe UI" panose="020B0502040204020203" pitchFamily="34" charset="0"/>
                      </a:endParaRPr>
                    </a:p>
                  </a:txBody>
                  <a:tcPr marL="66675" marR="66675">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solidFill>
                      <a:srgbClr val="FFFFFF"/>
                    </a:solidFill>
                  </a:tcPr>
                </a:tc>
                <a:tc>
                  <a:txBody>
                    <a:bodyPr/>
                    <a:lstStyle/>
                    <a:p>
                      <a:pPr marL="0" marR="0" indent="0" algn="l" rtl="0" fontAlgn="base">
                        <a:buNone/>
                      </a:pPr>
                      <a:r>
                        <a:rPr lang="en-US" sz="1100" b="0" i="0">
                          <a:solidFill>
                            <a:srgbClr val="000000"/>
                          </a:solidFill>
                          <a:effectLst/>
                          <a:latin typeface="Cambria" panose="02040503050406030204" pitchFamily="18" charset="0"/>
                        </a:rPr>
                        <a:t>0.22</a:t>
                      </a:r>
                      <a:r>
                        <a:rPr lang="en-GB" sz="1100" b="0" i="0">
                          <a:solidFill>
                            <a:srgbClr val="000000"/>
                          </a:solidFill>
                          <a:effectLst/>
                          <a:latin typeface="Cambria" panose="02040503050406030204" pitchFamily="18" charset="0"/>
                        </a:rPr>
                        <a:t> </a:t>
                      </a:r>
                      <a:endParaRPr lang="en-GB" sz="900" b="0" i="0">
                        <a:solidFill>
                          <a:srgbClr val="000000"/>
                        </a:solidFill>
                        <a:effectLst/>
                        <a:latin typeface="Segoe UI" panose="020B0502040204020203" pitchFamily="34" charset="0"/>
                      </a:endParaRPr>
                    </a:p>
                  </a:txBody>
                  <a:tcPr marL="66675" marR="66675">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solidFill>
                      <a:srgbClr val="FFFFFF"/>
                    </a:solidFill>
                  </a:tcPr>
                </a:tc>
                <a:tc>
                  <a:txBody>
                    <a:bodyPr/>
                    <a:lstStyle/>
                    <a:p>
                      <a:pPr marL="0" marR="0" indent="0" algn="l" rtl="0" fontAlgn="base">
                        <a:buNone/>
                      </a:pPr>
                      <a:r>
                        <a:rPr lang="en-US" sz="1100" b="0" i="0">
                          <a:solidFill>
                            <a:srgbClr val="000000"/>
                          </a:solidFill>
                          <a:effectLst/>
                          <a:latin typeface="Cambria" panose="02040503050406030204" pitchFamily="18" charset="0"/>
                        </a:rPr>
                        <a:t>Fair</a:t>
                      </a:r>
                      <a:r>
                        <a:rPr lang="en-GB" sz="1100" b="0" i="0">
                          <a:solidFill>
                            <a:srgbClr val="000000"/>
                          </a:solidFill>
                          <a:effectLst/>
                          <a:latin typeface="Cambria" panose="02040503050406030204" pitchFamily="18" charset="0"/>
                        </a:rPr>
                        <a:t> </a:t>
                      </a:r>
                      <a:endParaRPr lang="en-GB" sz="900" b="0" i="0">
                        <a:solidFill>
                          <a:srgbClr val="000000"/>
                        </a:solidFill>
                        <a:effectLst/>
                        <a:latin typeface="Segoe UI" panose="020B0502040204020203" pitchFamily="34" charset="0"/>
                      </a:endParaRPr>
                    </a:p>
                  </a:txBody>
                  <a:tcPr marL="66675" marR="66675">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solidFill>
                      <a:srgbClr val="FFFFFF"/>
                    </a:solidFill>
                  </a:tcPr>
                </a:tc>
                <a:tc>
                  <a:txBody>
                    <a:bodyPr/>
                    <a:lstStyle/>
                    <a:p>
                      <a:pPr marL="0" marR="0" indent="0" algn="l" rtl="0" fontAlgn="base">
                        <a:buNone/>
                      </a:pPr>
                      <a:r>
                        <a:rPr lang="en-US" sz="1100" b="0" i="0">
                          <a:solidFill>
                            <a:srgbClr val="000000"/>
                          </a:solidFill>
                          <a:effectLst/>
                          <a:latin typeface="Cambria" panose="02040503050406030204" pitchFamily="18" charset="0"/>
                        </a:rPr>
                        <a:t>E</a:t>
                      </a:r>
                      <a:r>
                        <a:rPr lang="en-GB" sz="1100" b="0" i="0">
                          <a:solidFill>
                            <a:srgbClr val="000000"/>
                          </a:solidFill>
                          <a:effectLst/>
                          <a:latin typeface="Cambria" panose="02040503050406030204" pitchFamily="18" charset="0"/>
                        </a:rPr>
                        <a:t> </a:t>
                      </a:r>
                      <a:endParaRPr lang="en-GB" sz="900" b="0" i="0">
                        <a:solidFill>
                          <a:srgbClr val="000000"/>
                        </a:solidFill>
                        <a:effectLst/>
                        <a:latin typeface="Segoe UI" panose="020B0502040204020203" pitchFamily="34" charset="0"/>
                      </a:endParaRPr>
                    </a:p>
                  </a:txBody>
                  <a:tcPr marL="66675" marR="66675">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solidFill>
                      <a:srgbClr val="FFFFFF"/>
                    </a:solidFill>
                  </a:tcPr>
                </a:tc>
                <a:tc>
                  <a:txBody>
                    <a:bodyPr/>
                    <a:lstStyle/>
                    <a:p>
                      <a:pPr marL="0" marR="0" indent="0" algn="l" rtl="0" fontAlgn="base">
                        <a:buNone/>
                      </a:pPr>
                      <a:r>
                        <a:rPr lang="en-US" sz="1100" b="0" i="0">
                          <a:solidFill>
                            <a:srgbClr val="000000"/>
                          </a:solidFill>
                          <a:effectLst/>
                          <a:latin typeface="Cambria" panose="02040503050406030204" pitchFamily="18" charset="0"/>
                        </a:rPr>
                        <a:t>VS2</a:t>
                      </a:r>
                      <a:r>
                        <a:rPr lang="en-GB" sz="1100" b="0" i="0">
                          <a:solidFill>
                            <a:srgbClr val="000000"/>
                          </a:solidFill>
                          <a:effectLst/>
                          <a:latin typeface="Cambria" panose="02040503050406030204" pitchFamily="18" charset="0"/>
                        </a:rPr>
                        <a:t> </a:t>
                      </a:r>
                      <a:endParaRPr lang="en-GB" sz="900" b="0" i="0">
                        <a:solidFill>
                          <a:srgbClr val="000000"/>
                        </a:solidFill>
                        <a:effectLst/>
                        <a:latin typeface="Segoe UI" panose="020B0502040204020203" pitchFamily="34" charset="0"/>
                      </a:endParaRPr>
                    </a:p>
                  </a:txBody>
                  <a:tcPr marL="66675" marR="66675">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solidFill>
                      <a:srgbClr val="FFFFFF"/>
                    </a:solidFill>
                  </a:tcPr>
                </a:tc>
                <a:tc>
                  <a:txBody>
                    <a:bodyPr/>
                    <a:lstStyle/>
                    <a:p>
                      <a:pPr marL="0" marR="0" indent="0" algn="l" rtl="0" fontAlgn="base">
                        <a:buNone/>
                      </a:pPr>
                      <a:r>
                        <a:rPr lang="en-US" sz="1100" b="0" i="0">
                          <a:solidFill>
                            <a:srgbClr val="000000"/>
                          </a:solidFill>
                          <a:effectLst/>
                          <a:latin typeface="Cambria" panose="02040503050406030204" pitchFamily="18" charset="0"/>
                        </a:rPr>
                        <a:t>65.1</a:t>
                      </a:r>
                      <a:r>
                        <a:rPr lang="en-GB" sz="1100" b="0" i="0">
                          <a:solidFill>
                            <a:srgbClr val="000000"/>
                          </a:solidFill>
                          <a:effectLst/>
                          <a:latin typeface="Cambria" panose="02040503050406030204" pitchFamily="18" charset="0"/>
                        </a:rPr>
                        <a:t> </a:t>
                      </a:r>
                      <a:endParaRPr lang="en-GB" sz="900" b="0" i="0">
                        <a:solidFill>
                          <a:srgbClr val="000000"/>
                        </a:solidFill>
                        <a:effectLst/>
                        <a:latin typeface="Segoe UI" panose="020B0502040204020203" pitchFamily="34" charset="0"/>
                      </a:endParaRPr>
                    </a:p>
                  </a:txBody>
                  <a:tcPr marL="66675" marR="66675">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solidFill>
                      <a:srgbClr val="FFFFFF"/>
                    </a:solidFill>
                  </a:tcPr>
                </a:tc>
                <a:tc>
                  <a:txBody>
                    <a:bodyPr/>
                    <a:lstStyle/>
                    <a:p>
                      <a:pPr marL="0" marR="0" indent="0" algn="l" rtl="0" fontAlgn="base">
                        <a:buNone/>
                      </a:pPr>
                      <a:r>
                        <a:rPr lang="en-US" sz="1100" b="0" i="0">
                          <a:solidFill>
                            <a:srgbClr val="000000"/>
                          </a:solidFill>
                          <a:effectLst/>
                          <a:latin typeface="Cambria" panose="02040503050406030204" pitchFamily="18" charset="0"/>
                        </a:rPr>
                        <a:t>61</a:t>
                      </a:r>
                      <a:r>
                        <a:rPr lang="en-GB" sz="1100" b="0" i="0">
                          <a:solidFill>
                            <a:srgbClr val="000000"/>
                          </a:solidFill>
                          <a:effectLst/>
                          <a:latin typeface="Cambria" panose="02040503050406030204" pitchFamily="18" charset="0"/>
                        </a:rPr>
                        <a:t> </a:t>
                      </a:r>
                      <a:endParaRPr lang="en-GB" sz="900" b="0" i="0">
                        <a:solidFill>
                          <a:srgbClr val="000000"/>
                        </a:solidFill>
                        <a:effectLst/>
                        <a:latin typeface="Segoe UI" panose="020B0502040204020203" pitchFamily="34" charset="0"/>
                      </a:endParaRPr>
                    </a:p>
                  </a:txBody>
                  <a:tcPr marL="66675" marR="66675">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solidFill>
                      <a:srgbClr val="FFFFFF"/>
                    </a:solidFill>
                  </a:tcPr>
                </a:tc>
                <a:tc>
                  <a:txBody>
                    <a:bodyPr/>
                    <a:lstStyle/>
                    <a:p>
                      <a:pPr marL="0" marR="0" indent="0" algn="l" rtl="0" fontAlgn="base">
                        <a:buNone/>
                      </a:pPr>
                      <a:r>
                        <a:rPr lang="en-US" sz="1100" b="0" i="0">
                          <a:solidFill>
                            <a:srgbClr val="000000"/>
                          </a:solidFill>
                          <a:effectLst/>
                          <a:latin typeface="Cambria" panose="02040503050406030204" pitchFamily="18" charset="0"/>
                        </a:rPr>
                        <a:t>337</a:t>
                      </a:r>
                      <a:r>
                        <a:rPr lang="en-GB" sz="1100" b="0" i="0">
                          <a:solidFill>
                            <a:srgbClr val="000000"/>
                          </a:solidFill>
                          <a:effectLst/>
                          <a:latin typeface="Cambria" panose="02040503050406030204" pitchFamily="18" charset="0"/>
                        </a:rPr>
                        <a:t> </a:t>
                      </a:r>
                      <a:endParaRPr lang="en-GB" sz="900" b="0" i="0">
                        <a:solidFill>
                          <a:srgbClr val="000000"/>
                        </a:solidFill>
                        <a:effectLst/>
                        <a:latin typeface="Segoe UI" panose="020B0502040204020203" pitchFamily="34" charset="0"/>
                      </a:endParaRPr>
                    </a:p>
                  </a:txBody>
                  <a:tcPr marL="66675" marR="66675">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solidFill>
                      <a:srgbClr val="FFFFFF"/>
                    </a:solidFill>
                  </a:tcPr>
                </a:tc>
                <a:tc>
                  <a:txBody>
                    <a:bodyPr/>
                    <a:lstStyle/>
                    <a:p>
                      <a:pPr marL="0" marR="0" indent="0" algn="l" rtl="0" fontAlgn="base">
                        <a:buNone/>
                      </a:pPr>
                      <a:r>
                        <a:rPr lang="en-US" sz="1100" b="0" i="0">
                          <a:solidFill>
                            <a:srgbClr val="000000"/>
                          </a:solidFill>
                          <a:effectLst/>
                          <a:latin typeface="Cambria" panose="02040503050406030204" pitchFamily="18" charset="0"/>
                        </a:rPr>
                        <a:t>3.87</a:t>
                      </a:r>
                      <a:r>
                        <a:rPr lang="en-GB" sz="1100" b="0" i="0">
                          <a:solidFill>
                            <a:srgbClr val="000000"/>
                          </a:solidFill>
                          <a:effectLst/>
                          <a:latin typeface="Cambria" panose="02040503050406030204" pitchFamily="18" charset="0"/>
                        </a:rPr>
                        <a:t> </a:t>
                      </a:r>
                      <a:endParaRPr lang="en-GB" sz="900" b="0" i="0">
                        <a:solidFill>
                          <a:srgbClr val="000000"/>
                        </a:solidFill>
                        <a:effectLst/>
                        <a:latin typeface="Segoe UI" panose="020B0502040204020203" pitchFamily="34" charset="0"/>
                      </a:endParaRPr>
                    </a:p>
                  </a:txBody>
                  <a:tcPr marL="66675" marR="66675">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solidFill>
                      <a:srgbClr val="FFFFFF"/>
                    </a:solidFill>
                  </a:tcPr>
                </a:tc>
                <a:tc>
                  <a:txBody>
                    <a:bodyPr/>
                    <a:lstStyle/>
                    <a:p>
                      <a:pPr marL="0" marR="0" indent="0" algn="l" rtl="0" fontAlgn="base">
                        <a:buNone/>
                      </a:pPr>
                      <a:r>
                        <a:rPr lang="en-US" sz="1100" b="0" i="0">
                          <a:solidFill>
                            <a:srgbClr val="000000"/>
                          </a:solidFill>
                          <a:effectLst/>
                          <a:latin typeface="Cambria" panose="02040503050406030204" pitchFamily="18" charset="0"/>
                        </a:rPr>
                        <a:t>3.78</a:t>
                      </a:r>
                      <a:r>
                        <a:rPr lang="en-GB" sz="1100" b="0" i="0">
                          <a:solidFill>
                            <a:srgbClr val="000000"/>
                          </a:solidFill>
                          <a:effectLst/>
                          <a:latin typeface="Cambria" panose="02040503050406030204" pitchFamily="18" charset="0"/>
                        </a:rPr>
                        <a:t> </a:t>
                      </a:r>
                      <a:endParaRPr lang="en-GB" sz="900" b="0" i="0">
                        <a:solidFill>
                          <a:srgbClr val="000000"/>
                        </a:solidFill>
                        <a:effectLst/>
                        <a:latin typeface="Segoe UI" panose="020B0502040204020203" pitchFamily="34" charset="0"/>
                      </a:endParaRPr>
                    </a:p>
                  </a:txBody>
                  <a:tcPr marL="66675" marR="66675">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solidFill>
                      <a:srgbClr val="FFFFFF"/>
                    </a:solidFill>
                  </a:tcPr>
                </a:tc>
                <a:tc>
                  <a:txBody>
                    <a:bodyPr/>
                    <a:lstStyle/>
                    <a:p>
                      <a:pPr marL="0" marR="0" indent="0" algn="l" rtl="0" fontAlgn="base">
                        <a:buNone/>
                      </a:pPr>
                      <a:r>
                        <a:rPr lang="en-US" sz="1100" b="0" i="0">
                          <a:solidFill>
                            <a:srgbClr val="000000"/>
                          </a:solidFill>
                          <a:effectLst/>
                          <a:latin typeface="Cambria" panose="02040503050406030204" pitchFamily="18" charset="0"/>
                        </a:rPr>
                        <a:t>2.49</a:t>
                      </a:r>
                      <a:r>
                        <a:rPr lang="en-GB" sz="1100" b="0" i="0">
                          <a:solidFill>
                            <a:srgbClr val="000000"/>
                          </a:solidFill>
                          <a:effectLst/>
                          <a:latin typeface="Cambria" panose="02040503050406030204" pitchFamily="18" charset="0"/>
                        </a:rPr>
                        <a:t> </a:t>
                      </a:r>
                      <a:endParaRPr lang="en-GB" sz="900" b="0" i="0">
                        <a:solidFill>
                          <a:srgbClr val="000000"/>
                        </a:solidFill>
                        <a:effectLst/>
                        <a:latin typeface="Segoe UI" panose="020B0502040204020203" pitchFamily="34" charset="0"/>
                      </a:endParaRPr>
                    </a:p>
                  </a:txBody>
                  <a:tcPr marL="66675" marR="66675">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solidFill>
                      <a:srgbClr val="FFFFFF"/>
                    </a:solidFill>
                  </a:tcPr>
                </a:tc>
                <a:extLst>
                  <a:ext uri="{0D108BD9-81ED-4DB2-BD59-A6C34878D82A}">
                    <a16:rowId xmlns:a16="http://schemas.microsoft.com/office/drawing/2014/main" val="3576543992"/>
                  </a:ext>
                </a:extLst>
              </a:tr>
              <a:tr h="323850">
                <a:tc>
                  <a:txBody>
                    <a:bodyPr/>
                    <a:lstStyle/>
                    <a:p>
                      <a:pPr marL="0" marR="0" indent="0" algn="l" rtl="0" fontAlgn="base">
                        <a:buNone/>
                      </a:pPr>
                      <a:r>
                        <a:rPr lang="en-US" sz="1100" b="0" i="0">
                          <a:solidFill>
                            <a:srgbClr val="000000"/>
                          </a:solidFill>
                          <a:effectLst/>
                          <a:latin typeface="Cambria" panose="02040503050406030204" pitchFamily="18" charset="0"/>
                        </a:rPr>
                        <a:t>10</a:t>
                      </a:r>
                      <a:r>
                        <a:rPr lang="en-GB" sz="1100" b="0" i="0">
                          <a:solidFill>
                            <a:srgbClr val="000000"/>
                          </a:solidFill>
                          <a:effectLst/>
                          <a:latin typeface="Cambria" panose="02040503050406030204" pitchFamily="18" charset="0"/>
                        </a:rPr>
                        <a:t> </a:t>
                      </a:r>
                      <a:endParaRPr lang="en-GB" sz="900" b="0" i="0">
                        <a:solidFill>
                          <a:srgbClr val="000000"/>
                        </a:solidFill>
                        <a:effectLst/>
                        <a:latin typeface="Segoe UI" panose="020B0502040204020203" pitchFamily="34" charset="0"/>
                      </a:endParaRPr>
                    </a:p>
                  </a:txBody>
                  <a:tcPr marL="66675" marR="66675">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solidFill>
                      <a:srgbClr val="FFFFFF"/>
                    </a:solidFill>
                  </a:tcPr>
                </a:tc>
                <a:tc>
                  <a:txBody>
                    <a:bodyPr/>
                    <a:lstStyle/>
                    <a:p>
                      <a:pPr marL="0" marR="0" indent="0" algn="l" rtl="0" fontAlgn="base">
                        <a:buNone/>
                      </a:pPr>
                      <a:r>
                        <a:rPr lang="en-US" sz="1100" b="0" i="0">
                          <a:solidFill>
                            <a:srgbClr val="000000"/>
                          </a:solidFill>
                          <a:effectLst/>
                          <a:latin typeface="Cambria" panose="02040503050406030204" pitchFamily="18" charset="0"/>
                        </a:rPr>
                        <a:t>0.23</a:t>
                      </a:r>
                      <a:r>
                        <a:rPr lang="en-GB" sz="1100" b="0" i="0">
                          <a:solidFill>
                            <a:srgbClr val="000000"/>
                          </a:solidFill>
                          <a:effectLst/>
                          <a:latin typeface="Cambria" panose="02040503050406030204" pitchFamily="18" charset="0"/>
                        </a:rPr>
                        <a:t> </a:t>
                      </a:r>
                      <a:endParaRPr lang="en-GB" sz="900" b="0" i="0">
                        <a:solidFill>
                          <a:srgbClr val="000000"/>
                        </a:solidFill>
                        <a:effectLst/>
                        <a:latin typeface="Segoe UI" panose="020B0502040204020203" pitchFamily="34" charset="0"/>
                      </a:endParaRPr>
                    </a:p>
                  </a:txBody>
                  <a:tcPr marL="66675" marR="66675">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solidFill>
                      <a:srgbClr val="FFFFFF"/>
                    </a:solidFill>
                  </a:tcPr>
                </a:tc>
                <a:tc>
                  <a:txBody>
                    <a:bodyPr/>
                    <a:lstStyle/>
                    <a:p>
                      <a:pPr marL="0" marR="0" indent="0" algn="l" rtl="0" fontAlgn="base">
                        <a:buNone/>
                      </a:pPr>
                      <a:r>
                        <a:rPr lang="en-US" sz="1100" b="0" i="0">
                          <a:solidFill>
                            <a:srgbClr val="000000"/>
                          </a:solidFill>
                          <a:effectLst/>
                          <a:latin typeface="Cambria" panose="02040503050406030204" pitchFamily="18" charset="0"/>
                        </a:rPr>
                        <a:t>Very Good</a:t>
                      </a:r>
                      <a:r>
                        <a:rPr lang="en-GB" sz="1100" b="0" i="0">
                          <a:solidFill>
                            <a:srgbClr val="000000"/>
                          </a:solidFill>
                          <a:effectLst/>
                          <a:latin typeface="Cambria" panose="02040503050406030204" pitchFamily="18" charset="0"/>
                        </a:rPr>
                        <a:t> </a:t>
                      </a:r>
                      <a:endParaRPr lang="en-GB" sz="900" b="0" i="0">
                        <a:solidFill>
                          <a:srgbClr val="000000"/>
                        </a:solidFill>
                        <a:effectLst/>
                        <a:latin typeface="Segoe UI" panose="020B0502040204020203" pitchFamily="34" charset="0"/>
                      </a:endParaRPr>
                    </a:p>
                  </a:txBody>
                  <a:tcPr marL="66675" marR="66675">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solidFill>
                      <a:srgbClr val="FFFFFF"/>
                    </a:solidFill>
                  </a:tcPr>
                </a:tc>
                <a:tc>
                  <a:txBody>
                    <a:bodyPr/>
                    <a:lstStyle/>
                    <a:p>
                      <a:pPr marL="0" marR="0" indent="0" algn="l" rtl="0" fontAlgn="base">
                        <a:buNone/>
                      </a:pPr>
                      <a:r>
                        <a:rPr lang="en-US" sz="1100" b="0" i="0">
                          <a:solidFill>
                            <a:srgbClr val="000000"/>
                          </a:solidFill>
                          <a:effectLst/>
                          <a:latin typeface="Cambria" panose="02040503050406030204" pitchFamily="18" charset="0"/>
                        </a:rPr>
                        <a:t>H</a:t>
                      </a:r>
                      <a:r>
                        <a:rPr lang="en-GB" sz="1100" b="0" i="0">
                          <a:solidFill>
                            <a:srgbClr val="000000"/>
                          </a:solidFill>
                          <a:effectLst/>
                          <a:latin typeface="Cambria" panose="02040503050406030204" pitchFamily="18" charset="0"/>
                        </a:rPr>
                        <a:t> </a:t>
                      </a:r>
                      <a:endParaRPr lang="en-GB" sz="900" b="0" i="0">
                        <a:solidFill>
                          <a:srgbClr val="000000"/>
                        </a:solidFill>
                        <a:effectLst/>
                        <a:latin typeface="Segoe UI" panose="020B0502040204020203" pitchFamily="34" charset="0"/>
                      </a:endParaRPr>
                    </a:p>
                  </a:txBody>
                  <a:tcPr marL="66675" marR="66675">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solidFill>
                      <a:srgbClr val="FFFFFF"/>
                    </a:solidFill>
                  </a:tcPr>
                </a:tc>
                <a:tc>
                  <a:txBody>
                    <a:bodyPr/>
                    <a:lstStyle/>
                    <a:p>
                      <a:pPr marL="0" marR="0" indent="0" algn="l" rtl="0" fontAlgn="base">
                        <a:buNone/>
                      </a:pPr>
                      <a:r>
                        <a:rPr lang="en-US" sz="1100" b="0" i="0">
                          <a:solidFill>
                            <a:srgbClr val="000000"/>
                          </a:solidFill>
                          <a:effectLst/>
                          <a:latin typeface="Cambria" panose="02040503050406030204" pitchFamily="18" charset="0"/>
                        </a:rPr>
                        <a:t>VS1</a:t>
                      </a:r>
                      <a:r>
                        <a:rPr lang="en-GB" sz="1100" b="0" i="0">
                          <a:solidFill>
                            <a:srgbClr val="000000"/>
                          </a:solidFill>
                          <a:effectLst/>
                          <a:latin typeface="Cambria" panose="02040503050406030204" pitchFamily="18" charset="0"/>
                        </a:rPr>
                        <a:t> </a:t>
                      </a:r>
                      <a:endParaRPr lang="en-GB" sz="900" b="0" i="0">
                        <a:solidFill>
                          <a:srgbClr val="000000"/>
                        </a:solidFill>
                        <a:effectLst/>
                        <a:latin typeface="Segoe UI" panose="020B0502040204020203" pitchFamily="34" charset="0"/>
                      </a:endParaRPr>
                    </a:p>
                  </a:txBody>
                  <a:tcPr marL="66675" marR="66675">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solidFill>
                      <a:srgbClr val="FFFFFF"/>
                    </a:solidFill>
                  </a:tcPr>
                </a:tc>
                <a:tc>
                  <a:txBody>
                    <a:bodyPr/>
                    <a:lstStyle/>
                    <a:p>
                      <a:pPr marL="0" marR="0" indent="0" algn="l" rtl="0" fontAlgn="base">
                        <a:buNone/>
                      </a:pPr>
                      <a:r>
                        <a:rPr lang="en-US" sz="1100" b="0" i="0">
                          <a:solidFill>
                            <a:srgbClr val="000000"/>
                          </a:solidFill>
                          <a:effectLst/>
                          <a:latin typeface="Cambria" panose="02040503050406030204" pitchFamily="18" charset="0"/>
                        </a:rPr>
                        <a:t>59.4</a:t>
                      </a:r>
                      <a:r>
                        <a:rPr lang="en-GB" sz="1100" b="0" i="0">
                          <a:solidFill>
                            <a:srgbClr val="000000"/>
                          </a:solidFill>
                          <a:effectLst/>
                          <a:latin typeface="Cambria" panose="02040503050406030204" pitchFamily="18" charset="0"/>
                        </a:rPr>
                        <a:t> </a:t>
                      </a:r>
                      <a:endParaRPr lang="en-GB" sz="900" b="0" i="0">
                        <a:solidFill>
                          <a:srgbClr val="000000"/>
                        </a:solidFill>
                        <a:effectLst/>
                        <a:latin typeface="Segoe UI" panose="020B0502040204020203" pitchFamily="34" charset="0"/>
                      </a:endParaRPr>
                    </a:p>
                  </a:txBody>
                  <a:tcPr marL="66675" marR="66675">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solidFill>
                      <a:srgbClr val="FFFFFF"/>
                    </a:solidFill>
                  </a:tcPr>
                </a:tc>
                <a:tc>
                  <a:txBody>
                    <a:bodyPr/>
                    <a:lstStyle/>
                    <a:p>
                      <a:pPr marL="0" marR="0" indent="0" algn="l" rtl="0" fontAlgn="base">
                        <a:buNone/>
                      </a:pPr>
                      <a:r>
                        <a:rPr lang="en-US" sz="1100" b="0" i="0">
                          <a:solidFill>
                            <a:srgbClr val="000000"/>
                          </a:solidFill>
                          <a:effectLst/>
                          <a:latin typeface="Cambria" panose="02040503050406030204" pitchFamily="18" charset="0"/>
                        </a:rPr>
                        <a:t>61</a:t>
                      </a:r>
                      <a:r>
                        <a:rPr lang="en-GB" sz="1100" b="0" i="0">
                          <a:solidFill>
                            <a:srgbClr val="000000"/>
                          </a:solidFill>
                          <a:effectLst/>
                          <a:latin typeface="Cambria" panose="02040503050406030204" pitchFamily="18" charset="0"/>
                        </a:rPr>
                        <a:t> </a:t>
                      </a:r>
                      <a:endParaRPr lang="en-GB" sz="900" b="0" i="0">
                        <a:solidFill>
                          <a:srgbClr val="000000"/>
                        </a:solidFill>
                        <a:effectLst/>
                        <a:latin typeface="Segoe UI" panose="020B0502040204020203" pitchFamily="34" charset="0"/>
                      </a:endParaRPr>
                    </a:p>
                  </a:txBody>
                  <a:tcPr marL="66675" marR="66675">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solidFill>
                      <a:srgbClr val="FFFFFF"/>
                    </a:solidFill>
                  </a:tcPr>
                </a:tc>
                <a:tc>
                  <a:txBody>
                    <a:bodyPr/>
                    <a:lstStyle/>
                    <a:p>
                      <a:pPr marL="0" marR="0" indent="0" algn="l" rtl="0" fontAlgn="base">
                        <a:buNone/>
                      </a:pPr>
                      <a:r>
                        <a:rPr lang="en-US" sz="1100" b="0" i="0">
                          <a:solidFill>
                            <a:srgbClr val="000000"/>
                          </a:solidFill>
                          <a:effectLst/>
                          <a:latin typeface="Cambria" panose="02040503050406030204" pitchFamily="18" charset="0"/>
                        </a:rPr>
                        <a:t>338</a:t>
                      </a:r>
                      <a:r>
                        <a:rPr lang="en-GB" sz="1100" b="0" i="0">
                          <a:solidFill>
                            <a:srgbClr val="000000"/>
                          </a:solidFill>
                          <a:effectLst/>
                          <a:latin typeface="Cambria" panose="02040503050406030204" pitchFamily="18" charset="0"/>
                        </a:rPr>
                        <a:t> </a:t>
                      </a:r>
                      <a:endParaRPr lang="en-GB" sz="900" b="0" i="0">
                        <a:solidFill>
                          <a:srgbClr val="000000"/>
                        </a:solidFill>
                        <a:effectLst/>
                        <a:latin typeface="Segoe UI" panose="020B0502040204020203" pitchFamily="34" charset="0"/>
                      </a:endParaRPr>
                    </a:p>
                  </a:txBody>
                  <a:tcPr marL="66675" marR="66675">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solidFill>
                      <a:srgbClr val="FFFFFF"/>
                    </a:solidFill>
                  </a:tcPr>
                </a:tc>
                <a:tc>
                  <a:txBody>
                    <a:bodyPr/>
                    <a:lstStyle/>
                    <a:p>
                      <a:pPr marL="0" marR="0" indent="0" algn="l" rtl="0" fontAlgn="base">
                        <a:buNone/>
                      </a:pPr>
                      <a:r>
                        <a:rPr lang="en-US" sz="1100" b="0" i="0">
                          <a:solidFill>
                            <a:srgbClr val="000000"/>
                          </a:solidFill>
                          <a:effectLst/>
                          <a:latin typeface="Cambria" panose="02040503050406030204" pitchFamily="18" charset="0"/>
                        </a:rPr>
                        <a:t>4.0</a:t>
                      </a:r>
                      <a:r>
                        <a:rPr lang="en-GB" sz="1100" b="0" i="0">
                          <a:solidFill>
                            <a:srgbClr val="000000"/>
                          </a:solidFill>
                          <a:effectLst/>
                          <a:latin typeface="Cambria" panose="02040503050406030204" pitchFamily="18" charset="0"/>
                        </a:rPr>
                        <a:t> </a:t>
                      </a:r>
                      <a:endParaRPr lang="en-GB" sz="900" b="0" i="0">
                        <a:solidFill>
                          <a:srgbClr val="000000"/>
                        </a:solidFill>
                        <a:effectLst/>
                        <a:latin typeface="Segoe UI" panose="020B0502040204020203" pitchFamily="34" charset="0"/>
                      </a:endParaRPr>
                    </a:p>
                  </a:txBody>
                  <a:tcPr marL="66675" marR="66675">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solidFill>
                      <a:srgbClr val="FFFFFF"/>
                    </a:solidFill>
                  </a:tcPr>
                </a:tc>
                <a:tc>
                  <a:txBody>
                    <a:bodyPr/>
                    <a:lstStyle/>
                    <a:p>
                      <a:pPr marL="0" marR="0" indent="0" algn="l" rtl="0" fontAlgn="base">
                        <a:buNone/>
                      </a:pPr>
                      <a:r>
                        <a:rPr lang="en-US" sz="1100" b="0" i="0">
                          <a:solidFill>
                            <a:srgbClr val="000000"/>
                          </a:solidFill>
                          <a:effectLst/>
                          <a:latin typeface="Cambria" panose="02040503050406030204" pitchFamily="18" charset="0"/>
                        </a:rPr>
                        <a:t>4.05</a:t>
                      </a:r>
                      <a:r>
                        <a:rPr lang="en-GB" sz="1100" b="0" i="0">
                          <a:solidFill>
                            <a:srgbClr val="000000"/>
                          </a:solidFill>
                          <a:effectLst/>
                          <a:latin typeface="Cambria" panose="02040503050406030204" pitchFamily="18" charset="0"/>
                        </a:rPr>
                        <a:t> </a:t>
                      </a:r>
                      <a:endParaRPr lang="en-GB" sz="900" b="0" i="0">
                        <a:solidFill>
                          <a:srgbClr val="000000"/>
                        </a:solidFill>
                        <a:effectLst/>
                        <a:latin typeface="Segoe UI" panose="020B0502040204020203" pitchFamily="34" charset="0"/>
                      </a:endParaRPr>
                    </a:p>
                  </a:txBody>
                  <a:tcPr marL="66675" marR="66675">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solidFill>
                      <a:srgbClr val="FFFFFF"/>
                    </a:solidFill>
                  </a:tcPr>
                </a:tc>
                <a:tc>
                  <a:txBody>
                    <a:bodyPr/>
                    <a:lstStyle/>
                    <a:p>
                      <a:pPr marL="0" marR="0" indent="0" algn="l" rtl="0" fontAlgn="base">
                        <a:buNone/>
                      </a:pPr>
                      <a:r>
                        <a:rPr lang="en-US" sz="1100" b="0" i="0">
                          <a:solidFill>
                            <a:srgbClr val="000000"/>
                          </a:solidFill>
                          <a:effectLst/>
                          <a:latin typeface="Cambria" panose="02040503050406030204" pitchFamily="18" charset="0"/>
                        </a:rPr>
                        <a:t>2.39</a:t>
                      </a:r>
                      <a:r>
                        <a:rPr lang="en-GB" sz="1100" b="0" i="0">
                          <a:solidFill>
                            <a:srgbClr val="000000"/>
                          </a:solidFill>
                          <a:effectLst/>
                          <a:latin typeface="Cambria" panose="02040503050406030204" pitchFamily="18" charset="0"/>
                        </a:rPr>
                        <a:t> </a:t>
                      </a:r>
                      <a:endParaRPr lang="en-GB" sz="900" b="0" i="0">
                        <a:solidFill>
                          <a:srgbClr val="000000"/>
                        </a:solidFill>
                        <a:effectLst/>
                        <a:latin typeface="Segoe UI" panose="020B0502040204020203" pitchFamily="34" charset="0"/>
                      </a:endParaRPr>
                    </a:p>
                  </a:txBody>
                  <a:tcPr marL="66675" marR="66675">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solidFill>
                      <a:srgbClr val="FFFFFF"/>
                    </a:solidFill>
                  </a:tcPr>
                </a:tc>
                <a:extLst>
                  <a:ext uri="{0D108BD9-81ED-4DB2-BD59-A6C34878D82A}">
                    <a16:rowId xmlns:a16="http://schemas.microsoft.com/office/drawing/2014/main" val="3506112119"/>
                  </a:ext>
                </a:extLst>
              </a:tr>
            </a:tbl>
          </a:graphicData>
        </a:graphic>
      </p:graphicFrame>
    </p:spTree>
    <p:extLst>
      <p:ext uri="{BB962C8B-B14F-4D97-AF65-F5344CB8AC3E}">
        <p14:creationId xmlns:p14="http://schemas.microsoft.com/office/powerpoint/2010/main" val="156629129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accent4">
            <a:lumMod val="20000"/>
            <a:lumOff val="80000"/>
          </a:schemeClr>
        </a:solidFill>
        <a:effectLst/>
      </p:bgPr>
    </p:bg>
    <p:spTree>
      <p:nvGrpSpPr>
        <p:cNvPr id="1" name="">
          <a:extLst>
            <a:ext uri="{FF2B5EF4-FFF2-40B4-BE49-F238E27FC236}">
              <a16:creationId xmlns:a16="http://schemas.microsoft.com/office/drawing/2014/main" id="{87972BF2-DA0D-D10F-0173-65EA1655D4B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BB73FC6-1288-2B8D-A4D7-9ECCAAAEDCC0}"/>
              </a:ext>
            </a:extLst>
          </p:cNvPr>
          <p:cNvSpPr>
            <a:spLocks noGrp="1"/>
          </p:cNvSpPr>
          <p:nvPr>
            <p:ph type="title"/>
          </p:nvPr>
        </p:nvSpPr>
        <p:spPr>
          <a:xfrm>
            <a:off x="430831" y="697233"/>
            <a:ext cx="4439556" cy="2209571"/>
          </a:xfrm>
        </p:spPr>
        <p:txBody>
          <a:bodyPr anchor="ctr"/>
          <a:lstStyle/>
          <a:p>
            <a:r>
              <a:rPr lang="en-US" dirty="0"/>
              <a:t>key eda insights</a:t>
            </a:r>
          </a:p>
        </p:txBody>
      </p:sp>
      <p:sp>
        <p:nvSpPr>
          <p:cNvPr id="7" name="Slide Number Placeholder 6">
            <a:extLst>
              <a:ext uri="{FF2B5EF4-FFF2-40B4-BE49-F238E27FC236}">
                <a16:creationId xmlns:a16="http://schemas.microsoft.com/office/drawing/2014/main" id="{5B5053D0-841E-B0E0-5282-864F9D7B7A24}"/>
              </a:ext>
            </a:extLst>
          </p:cNvPr>
          <p:cNvSpPr>
            <a:spLocks noGrp="1"/>
          </p:cNvSpPr>
          <p:nvPr>
            <p:ph type="sldNum" sz="quarter" idx="12"/>
          </p:nvPr>
        </p:nvSpPr>
        <p:spPr/>
        <p:txBody>
          <a:bodyPr/>
          <a:lstStyle/>
          <a:p>
            <a:fld id="{CC057153-B650-4DEB-B370-79DDCFDCE934}" type="slidenum">
              <a:rPr lang="en-US" smtClean="0"/>
              <a:t>4</a:t>
            </a:fld>
            <a:endParaRPr lang="en-US" dirty="0"/>
          </a:p>
        </p:txBody>
      </p:sp>
      <p:sp>
        <p:nvSpPr>
          <p:cNvPr id="4" name="Footer Placeholder 4">
            <a:extLst>
              <a:ext uri="{FF2B5EF4-FFF2-40B4-BE49-F238E27FC236}">
                <a16:creationId xmlns:a16="http://schemas.microsoft.com/office/drawing/2014/main" id="{4023C0C8-6FA4-A793-81D6-CA117E56EA29}"/>
              </a:ext>
            </a:extLst>
          </p:cNvPr>
          <p:cNvSpPr txBox="1">
            <a:spLocks/>
          </p:cNvSpPr>
          <p:nvPr/>
        </p:nvSpPr>
        <p:spPr>
          <a:xfrm rot="16200000">
            <a:off x="-2067304" y="2064540"/>
            <a:ext cx="4564376" cy="429768"/>
          </a:xfrm>
          <a:prstGeom prst="rect">
            <a:avLst/>
          </a:prstGeom>
        </p:spPr>
        <p:txBody>
          <a:bodyPr vert="horz" lIns="91440" tIns="45720" rIns="91440" bIns="45720" rtlCol="0" anchor="ctr"/>
          <a:lstStyle>
            <a:defPPr>
              <a:defRPr lang="en-US"/>
            </a:defPPr>
            <a:lvl1pPr marL="0" algn="r" defTabSz="914400" rtl="0" eaLnBrk="1" latinLnBrk="0" hangingPunct="1">
              <a:defRPr sz="800" b="0" i="0" kern="1200">
                <a:solidFill>
                  <a:schemeClr val="tx1"/>
                </a:solidFill>
                <a:latin typeface="+mn-lt"/>
                <a:ea typeface="Batang" panose="02030600000101010101" pitchFamily="18" charset="-127"/>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a:ea typeface="Batang"/>
              </a:rPr>
              <a:t>Diamonds Predictor Application</a:t>
            </a:r>
          </a:p>
        </p:txBody>
      </p:sp>
      <p:sp>
        <p:nvSpPr>
          <p:cNvPr id="12" name="Title 1">
            <a:extLst>
              <a:ext uri="{FF2B5EF4-FFF2-40B4-BE49-F238E27FC236}">
                <a16:creationId xmlns:a16="http://schemas.microsoft.com/office/drawing/2014/main" id="{23C917A8-6D08-8EB5-84CE-363E3F8EA666}"/>
              </a:ext>
            </a:extLst>
          </p:cNvPr>
          <p:cNvSpPr txBox="1">
            <a:spLocks/>
          </p:cNvSpPr>
          <p:nvPr/>
        </p:nvSpPr>
        <p:spPr>
          <a:xfrm>
            <a:off x="437535" y="2837046"/>
            <a:ext cx="4436591" cy="2829378"/>
          </a:xfrm>
          <a:prstGeom prst="rect">
            <a:avLst/>
          </a:prstGeom>
        </p:spPr>
        <p:txBody>
          <a:bodyPr vert="horz" lIns="91440" tIns="45720" rIns="91440" bIns="45720" rtlCol="0" anchor="b">
            <a:normAutofit/>
          </a:bodyPr>
          <a:lstStyle>
            <a:lvl1pPr algn="l" defTabSz="914400" rtl="0" eaLnBrk="1" latinLnBrk="0" hangingPunct="1">
              <a:lnSpc>
                <a:spcPct val="90000"/>
              </a:lnSpc>
              <a:spcBef>
                <a:spcPct val="0"/>
              </a:spcBef>
              <a:buNone/>
              <a:defRPr sz="7200" b="0" i="0" kern="1200" cap="all" baseline="0">
                <a:solidFill>
                  <a:schemeClr val="bg1"/>
                </a:solidFill>
                <a:latin typeface="+mj-lt"/>
                <a:ea typeface="+mj-ea"/>
                <a:cs typeface="+mj-cs"/>
              </a:defRPr>
            </a:lvl1pPr>
          </a:lstStyle>
          <a:p>
            <a:pPr marL="285750" indent="-285750">
              <a:lnSpc>
                <a:spcPct val="150000"/>
              </a:lnSpc>
              <a:buFont typeface="Arial"/>
              <a:buChar char="•"/>
            </a:pPr>
            <a:r>
              <a:rPr lang="en-US" sz="1600" cap="none">
                <a:solidFill>
                  <a:schemeClr val="tx1"/>
                </a:solidFill>
                <a:latin typeface="+mn-lt"/>
                <a:ea typeface="+mn-lt"/>
                <a:cs typeface="+mn-lt"/>
              </a:rPr>
              <a:t>Strong correlation between carat and price</a:t>
            </a:r>
            <a:endParaRPr lang="en-US" sz="1600" cap="none" dirty="0">
              <a:solidFill>
                <a:schemeClr val="tx1"/>
              </a:solidFill>
              <a:latin typeface="+mn-lt"/>
              <a:ea typeface="+mn-lt"/>
              <a:cs typeface="+mn-lt"/>
            </a:endParaRPr>
          </a:p>
          <a:p>
            <a:pPr marL="285750" indent="-285750">
              <a:lnSpc>
                <a:spcPct val="150000"/>
              </a:lnSpc>
              <a:buFont typeface="Arial"/>
              <a:buChar char="•"/>
            </a:pPr>
            <a:r>
              <a:rPr lang="en-US" sz="1600" cap="none">
                <a:solidFill>
                  <a:schemeClr val="tx1"/>
                </a:solidFill>
                <a:latin typeface="+mn-lt"/>
                <a:ea typeface="+mn-lt"/>
                <a:cs typeface="+mn-lt"/>
              </a:rPr>
              <a:t>No missing values</a:t>
            </a:r>
            <a:endParaRPr lang="en-US" sz="1600" cap="none" dirty="0">
              <a:solidFill>
                <a:schemeClr val="tx1"/>
              </a:solidFill>
              <a:latin typeface="+mn-lt"/>
              <a:ea typeface="+mn-lt"/>
              <a:cs typeface="+mn-lt"/>
            </a:endParaRPr>
          </a:p>
          <a:p>
            <a:pPr marL="285750" indent="-285750">
              <a:lnSpc>
                <a:spcPct val="150000"/>
              </a:lnSpc>
              <a:buFont typeface="Arial"/>
              <a:buChar char="•"/>
            </a:pPr>
            <a:r>
              <a:rPr lang="en-US" sz="1600" cap="none">
                <a:solidFill>
                  <a:schemeClr val="tx1"/>
                </a:solidFill>
                <a:latin typeface="+mn-lt"/>
                <a:ea typeface="+mn-lt"/>
                <a:cs typeface="+mn-lt"/>
              </a:rPr>
              <a:t>Outliers removed</a:t>
            </a:r>
            <a:endParaRPr lang="en-US" sz="1600" cap="none" dirty="0">
              <a:solidFill>
                <a:schemeClr val="tx1"/>
              </a:solidFill>
              <a:latin typeface="+mn-lt"/>
              <a:ea typeface="+mn-lt"/>
              <a:cs typeface="+mn-lt"/>
            </a:endParaRPr>
          </a:p>
          <a:p>
            <a:pPr marL="285750" indent="-285750">
              <a:lnSpc>
                <a:spcPct val="150000"/>
              </a:lnSpc>
              <a:buFont typeface="Arial"/>
              <a:buChar char="•"/>
            </a:pPr>
            <a:r>
              <a:rPr lang="en-US" sz="1600" cap="none">
                <a:solidFill>
                  <a:schemeClr val="tx1"/>
                </a:solidFill>
                <a:latin typeface="+mn-lt"/>
                <a:ea typeface="+mn-lt"/>
                <a:cs typeface="+mn-lt"/>
              </a:rPr>
              <a:t>Clear patterns between cut, color, clarity and price</a:t>
            </a:r>
            <a:endParaRPr lang="en-US" sz="1600" cap="none" dirty="0">
              <a:solidFill>
                <a:schemeClr val="tx1"/>
              </a:solidFill>
              <a:latin typeface="+mn-lt"/>
              <a:ea typeface="+mn-lt"/>
              <a:cs typeface="+mn-lt"/>
            </a:endParaRPr>
          </a:p>
          <a:p>
            <a:pPr marL="285750" indent="-285750">
              <a:lnSpc>
                <a:spcPct val="150000"/>
              </a:lnSpc>
              <a:buFont typeface="Arial"/>
              <a:buChar char="•"/>
            </a:pPr>
            <a:r>
              <a:rPr lang="en-US" sz="1600" cap="none" dirty="0">
                <a:solidFill>
                  <a:schemeClr val="tx1"/>
                </a:solidFill>
                <a:latin typeface="+mn-lt"/>
                <a:ea typeface="+mn-lt"/>
                <a:cs typeface="+mn-lt"/>
              </a:rPr>
              <a:t>Sweetviz automated report generated</a:t>
            </a:r>
          </a:p>
          <a:p>
            <a:endParaRPr lang="en-US" sz="1600" dirty="0"/>
          </a:p>
        </p:txBody>
      </p:sp>
      <p:pic>
        <p:nvPicPr>
          <p:cNvPr id="15" name="Content Placeholder 14">
            <a:extLst>
              <a:ext uri="{FF2B5EF4-FFF2-40B4-BE49-F238E27FC236}">
                <a16:creationId xmlns:a16="http://schemas.microsoft.com/office/drawing/2014/main" id="{AC7573E2-9B9B-A722-4F86-6F65A808AC17}"/>
              </a:ext>
            </a:extLst>
          </p:cNvPr>
          <p:cNvPicPr>
            <a:picLocks noGrp="1" noChangeAspect="1"/>
          </p:cNvPicPr>
          <p:nvPr>
            <p:ph sz="quarter" idx="13"/>
          </p:nvPr>
        </p:nvPicPr>
        <p:blipFill>
          <a:blip r:embed="rId3"/>
          <a:stretch>
            <a:fillRect/>
          </a:stretch>
        </p:blipFill>
        <p:spPr>
          <a:xfrm>
            <a:off x="5445840" y="769803"/>
            <a:ext cx="5964394" cy="5308372"/>
          </a:xfrm>
          <a:prstGeom prst="rect">
            <a:avLst/>
          </a:prstGeom>
        </p:spPr>
      </p:pic>
    </p:spTree>
    <p:extLst>
      <p:ext uri="{BB962C8B-B14F-4D97-AF65-F5344CB8AC3E}">
        <p14:creationId xmlns:p14="http://schemas.microsoft.com/office/powerpoint/2010/main" val="109609752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accent4">
            <a:lumMod val="20000"/>
            <a:lumOff val="80000"/>
          </a:schemeClr>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345782E-E94C-F7FF-5DDC-7C1DFF856F9E}"/>
              </a:ext>
            </a:extLst>
          </p:cNvPr>
          <p:cNvSpPr>
            <a:spLocks noGrp="1"/>
          </p:cNvSpPr>
          <p:nvPr>
            <p:ph type="title"/>
          </p:nvPr>
        </p:nvSpPr>
        <p:spPr>
          <a:xfrm>
            <a:off x="598328" y="4870038"/>
            <a:ext cx="4364200" cy="1113476"/>
          </a:xfrm>
        </p:spPr>
        <p:txBody>
          <a:bodyPr/>
          <a:lstStyle/>
          <a:p>
            <a:r>
              <a:rPr lang="en-US">
                <a:ea typeface="+mj-lt"/>
                <a:cs typeface="+mj-lt"/>
              </a:rPr>
              <a:t>Preprocessing Pipeline</a:t>
            </a:r>
            <a:endParaRPr lang="en-US"/>
          </a:p>
        </p:txBody>
      </p:sp>
      <p:sp>
        <p:nvSpPr>
          <p:cNvPr id="6" name="Slide Number Placeholder 5">
            <a:extLst>
              <a:ext uri="{FF2B5EF4-FFF2-40B4-BE49-F238E27FC236}">
                <a16:creationId xmlns:a16="http://schemas.microsoft.com/office/drawing/2014/main" id="{0A48C2CB-6E2E-DF1B-8A65-092437051456}"/>
              </a:ext>
            </a:extLst>
          </p:cNvPr>
          <p:cNvSpPr>
            <a:spLocks noGrp="1"/>
          </p:cNvSpPr>
          <p:nvPr>
            <p:ph type="sldNum" sz="quarter" idx="12"/>
          </p:nvPr>
        </p:nvSpPr>
        <p:spPr/>
        <p:txBody>
          <a:bodyPr/>
          <a:lstStyle/>
          <a:p>
            <a:fld id="{CC057153-B650-4DEB-B370-79DDCFDCE934}" type="slidenum">
              <a:rPr lang="en-US" smtClean="0"/>
              <a:t>5</a:t>
            </a:fld>
            <a:endParaRPr lang="en-US" dirty="0"/>
          </a:p>
        </p:txBody>
      </p:sp>
      <p:pic>
        <p:nvPicPr>
          <p:cNvPr id="8" name="Picture Placeholder 7" descr="A shadow of a plant on a wall">
            <a:extLst>
              <a:ext uri="{FF2B5EF4-FFF2-40B4-BE49-F238E27FC236}">
                <a16:creationId xmlns:a16="http://schemas.microsoft.com/office/drawing/2014/main" id="{C966E8A7-13DF-B17F-9AC5-30759C47C1A2}"/>
              </a:ext>
            </a:extLst>
          </p:cNvPr>
          <p:cNvPicPr>
            <a:picLocks noGrp="1" noChangeAspect="1"/>
          </p:cNvPicPr>
          <p:nvPr>
            <p:ph type="pic" sz="quarter" idx="13"/>
          </p:nvPr>
        </p:nvPicPr>
        <p:blipFill rotWithShape="1">
          <a:blip r:embed="rId3" cstate="screen">
            <a:extLst>
              <a:ext uri="{28A0092B-C50C-407E-A947-70E740481C1C}">
                <a14:useLocalDpi xmlns:a14="http://schemas.microsoft.com/office/drawing/2010/main"/>
              </a:ext>
            </a:extLst>
          </a:blip>
          <a:srcRect/>
          <a:stretch/>
        </p:blipFill>
        <p:spPr>
          <a:xfrm>
            <a:off x="598327" y="0"/>
            <a:ext cx="11593671" cy="4314867"/>
          </a:xfrm>
        </p:spPr>
      </p:pic>
      <p:sp>
        <p:nvSpPr>
          <p:cNvPr id="3" name="Content Placeholder 2">
            <a:extLst>
              <a:ext uri="{FF2B5EF4-FFF2-40B4-BE49-F238E27FC236}">
                <a16:creationId xmlns:a16="http://schemas.microsoft.com/office/drawing/2014/main" id="{E1115141-87C9-23DF-ECBC-B828494C9F1E}"/>
              </a:ext>
            </a:extLst>
          </p:cNvPr>
          <p:cNvSpPr>
            <a:spLocks noGrp="1"/>
          </p:cNvSpPr>
          <p:nvPr>
            <p:ph sz="quarter" idx="14"/>
          </p:nvPr>
        </p:nvSpPr>
        <p:spPr>
          <a:xfrm>
            <a:off x="5233126" y="4318495"/>
            <a:ext cx="6208724" cy="1113477"/>
          </a:xfrm>
        </p:spPr>
        <p:txBody>
          <a:bodyPr vert="horz" lIns="91440" tIns="45720" rIns="91440" bIns="45720" rtlCol="0" anchor="t">
            <a:noAutofit/>
          </a:bodyPr>
          <a:lstStyle/>
          <a:p>
            <a:pPr marL="285750" indent="-285750">
              <a:lnSpc>
                <a:spcPct val="150000"/>
              </a:lnSpc>
              <a:buFont typeface="Arial"/>
              <a:buChar char="•"/>
            </a:pPr>
            <a:r>
              <a:rPr lang="en-US">
                <a:ea typeface="+mn-lt"/>
                <a:cs typeface="+mn-lt"/>
              </a:rPr>
              <a:t>Removed duplicates</a:t>
            </a:r>
            <a:endParaRPr lang="en-US"/>
          </a:p>
          <a:p>
            <a:pPr marL="285750" indent="-285750">
              <a:lnSpc>
                <a:spcPct val="150000"/>
              </a:lnSpc>
              <a:buFont typeface="Arial"/>
              <a:buChar char="•"/>
            </a:pPr>
            <a:r>
              <a:rPr lang="en-US">
                <a:ea typeface="+mn-lt"/>
                <a:cs typeface="+mn-lt"/>
              </a:rPr>
              <a:t>Removed invalid rows</a:t>
            </a:r>
            <a:endParaRPr lang="en-US"/>
          </a:p>
          <a:p>
            <a:pPr marL="285750" indent="-285750">
              <a:lnSpc>
                <a:spcPct val="150000"/>
              </a:lnSpc>
              <a:buFont typeface="Arial"/>
              <a:buChar char="•"/>
            </a:pPr>
            <a:r>
              <a:rPr lang="en-US">
                <a:ea typeface="+mn-lt"/>
                <a:cs typeface="+mn-lt"/>
              </a:rPr>
              <a:t>One‑Hot Encoding</a:t>
            </a:r>
            <a:endParaRPr lang="en-US"/>
          </a:p>
          <a:p>
            <a:pPr marL="285750" indent="-285750">
              <a:lnSpc>
                <a:spcPct val="150000"/>
              </a:lnSpc>
              <a:buFont typeface="Arial"/>
              <a:buChar char="•"/>
            </a:pPr>
            <a:r>
              <a:rPr lang="en-US">
                <a:ea typeface="+mn-lt"/>
                <a:cs typeface="+mn-lt"/>
              </a:rPr>
              <a:t>Standard Scaling</a:t>
            </a:r>
            <a:endParaRPr lang="en-US"/>
          </a:p>
          <a:p>
            <a:pPr marL="285750" indent="-285750">
              <a:lnSpc>
                <a:spcPct val="150000"/>
              </a:lnSpc>
              <a:buFont typeface="Arial"/>
              <a:buChar char="•"/>
            </a:pPr>
            <a:r>
              <a:rPr lang="en-US">
                <a:ea typeface="+mn-lt"/>
                <a:cs typeface="+mn-lt"/>
              </a:rPr>
              <a:t>Train/Test split</a:t>
            </a:r>
            <a:endParaRPr lang="en-US"/>
          </a:p>
          <a:p>
            <a:pPr marL="0" indent="0">
              <a:buNone/>
            </a:pPr>
            <a:endParaRPr lang="en-US" dirty="0"/>
          </a:p>
        </p:txBody>
      </p:sp>
      <p:sp>
        <p:nvSpPr>
          <p:cNvPr id="7" name="Footer Placeholder 4">
            <a:extLst>
              <a:ext uri="{FF2B5EF4-FFF2-40B4-BE49-F238E27FC236}">
                <a16:creationId xmlns:a16="http://schemas.microsoft.com/office/drawing/2014/main" id="{B5695A98-CBDD-2C59-EDC8-F9A16D0F16F9}"/>
              </a:ext>
            </a:extLst>
          </p:cNvPr>
          <p:cNvSpPr txBox="1">
            <a:spLocks/>
          </p:cNvSpPr>
          <p:nvPr/>
        </p:nvSpPr>
        <p:spPr>
          <a:xfrm rot="16200000">
            <a:off x="-2067304" y="2064540"/>
            <a:ext cx="4564376" cy="429768"/>
          </a:xfrm>
          <a:prstGeom prst="rect">
            <a:avLst/>
          </a:prstGeom>
        </p:spPr>
        <p:txBody>
          <a:bodyPr vert="horz" lIns="91440" tIns="45720" rIns="91440" bIns="45720" rtlCol="0" anchor="ctr"/>
          <a:lstStyle>
            <a:defPPr>
              <a:defRPr lang="en-US"/>
            </a:defPPr>
            <a:lvl1pPr marL="0" algn="r" defTabSz="914400" rtl="0" eaLnBrk="1" latinLnBrk="0" hangingPunct="1">
              <a:defRPr sz="800" b="0" i="0" kern="1200">
                <a:solidFill>
                  <a:schemeClr val="tx1"/>
                </a:solidFill>
                <a:latin typeface="+mn-lt"/>
                <a:ea typeface="Batang" panose="02030600000101010101" pitchFamily="18" charset="-127"/>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a:ea typeface="Batang"/>
              </a:rPr>
              <a:t>Diamonds Predictor Application</a:t>
            </a:r>
          </a:p>
        </p:txBody>
      </p:sp>
    </p:spTree>
    <p:extLst>
      <p:ext uri="{BB962C8B-B14F-4D97-AF65-F5344CB8AC3E}">
        <p14:creationId xmlns:p14="http://schemas.microsoft.com/office/powerpoint/2010/main" val="59902961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accent4">
            <a:lumMod val="20000"/>
            <a:lumOff val="80000"/>
          </a:schemeClr>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24C32F8-E21D-68DC-2A6B-6A44F01175C0}"/>
              </a:ext>
            </a:extLst>
          </p:cNvPr>
          <p:cNvSpPr>
            <a:spLocks noGrp="1"/>
          </p:cNvSpPr>
          <p:nvPr>
            <p:ph type="title"/>
          </p:nvPr>
        </p:nvSpPr>
        <p:spPr/>
        <p:txBody>
          <a:bodyPr>
            <a:normAutofit fontScale="90000"/>
          </a:bodyPr>
          <a:lstStyle/>
          <a:p>
            <a:r>
              <a:rPr lang="en-US">
                <a:ea typeface="+mj-lt"/>
                <a:cs typeface="+mj-lt"/>
              </a:rPr>
              <a:t>ANN Regression Model (Price Prediction)</a:t>
            </a:r>
            <a:endParaRPr lang="en-US"/>
          </a:p>
        </p:txBody>
      </p:sp>
      <p:sp>
        <p:nvSpPr>
          <p:cNvPr id="3" name="Text Placeholder 2">
            <a:extLst>
              <a:ext uri="{FF2B5EF4-FFF2-40B4-BE49-F238E27FC236}">
                <a16:creationId xmlns:a16="http://schemas.microsoft.com/office/drawing/2014/main" id="{E435B5EE-EC32-8941-B9F3-74604A298061}"/>
              </a:ext>
            </a:extLst>
          </p:cNvPr>
          <p:cNvSpPr>
            <a:spLocks noGrp="1"/>
          </p:cNvSpPr>
          <p:nvPr>
            <p:ph type="body" sz="quarter" idx="13"/>
          </p:nvPr>
        </p:nvSpPr>
        <p:spPr/>
        <p:txBody>
          <a:bodyPr vert="horz" lIns="91440" tIns="45720" rIns="91440" bIns="45720" rtlCol="0" anchor="t">
            <a:normAutofit lnSpcReduction="10000"/>
          </a:bodyPr>
          <a:lstStyle/>
          <a:p>
            <a:pPr>
              <a:buNone/>
            </a:pPr>
            <a:r>
              <a:rPr lang="en-US" b="1" dirty="0">
                <a:ea typeface="+mn-lt"/>
                <a:cs typeface="+mn-lt"/>
              </a:rPr>
              <a:t>Architecture:</a:t>
            </a:r>
          </a:p>
          <a:p>
            <a:pPr>
              <a:buFont typeface="Arial"/>
              <a:buChar char="•"/>
            </a:pPr>
            <a:r>
              <a:rPr lang="en-US" dirty="0">
                <a:ea typeface="+mn-lt"/>
                <a:cs typeface="+mn-lt"/>
              </a:rPr>
              <a:t>Dense(64, relu)</a:t>
            </a:r>
          </a:p>
          <a:p>
            <a:pPr>
              <a:buFont typeface="Arial"/>
              <a:buChar char="•"/>
            </a:pPr>
            <a:r>
              <a:rPr lang="en-US" dirty="0">
                <a:ea typeface="+mn-lt"/>
                <a:cs typeface="+mn-lt"/>
              </a:rPr>
              <a:t>Dense(32, relu)</a:t>
            </a:r>
          </a:p>
          <a:p>
            <a:pPr>
              <a:buFont typeface="Arial"/>
              <a:buChar char="•"/>
            </a:pPr>
            <a:r>
              <a:rPr lang="en-US" dirty="0">
                <a:ea typeface="+mn-lt"/>
                <a:cs typeface="+mn-lt"/>
              </a:rPr>
              <a:t>Dense(1, linear)</a:t>
            </a:r>
          </a:p>
          <a:p>
            <a:pPr marL="0" indent="0">
              <a:buNone/>
            </a:pPr>
            <a:endParaRPr lang="en-US" dirty="0">
              <a:ea typeface="+mn-lt"/>
              <a:cs typeface="+mn-lt"/>
            </a:endParaRPr>
          </a:p>
          <a:p>
            <a:pPr marL="0" indent="0">
              <a:buNone/>
            </a:pPr>
            <a:r>
              <a:rPr lang="en-US" b="1" dirty="0">
                <a:ea typeface="+mn-lt"/>
                <a:cs typeface="+mn-lt"/>
              </a:rPr>
              <a:t>Metrics: </a:t>
            </a:r>
          </a:p>
          <a:p>
            <a:pPr>
              <a:buFont typeface="Arial"/>
              <a:buChar char="•"/>
            </a:pPr>
            <a:r>
              <a:rPr lang="en-US" dirty="0">
                <a:ea typeface="+mn-lt"/>
                <a:cs typeface="+mn-lt"/>
              </a:rPr>
              <a:t>MAE = Mean Absolute Error </a:t>
            </a:r>
          </a:p>
          <a:p>
            <a:pPr>
              <a:buFont typeface="Arial"/>
              <a:buChar char="•"/>
            </a:pPr>
            <a:r>
              <a:rPr lang="en-US" dirty="0">
                <a:ea typeface="+mn-lt"/>
                <a:cs typeface="+mn-lt"/>
              </a:rPr>
              <a:t>MSE = Mean Squared Error </a:t>
            </a:r>
          </a:p>
          <a:p>
            <a:pPr>
              <a:buFont typeface="Arial"/>
              <a:buChar char="•"/>
            </a:pPr>
            <a:r>
              <a:rPr lang="en-US" dirty="0">
                <a:ea typeface="+mn-lt"/>
                <a:cs typeface="+mn-lt"/>
              </a:rPr>
              <a:t>RMSE = Root Mean Squared Error </a:t>
            </a:r>
          </a:p>
          <a:p>
            <a:pPr>
              <a:buFont typeface="Arial"/>
              <a:buChar char="•"/>
            </a:pPr>
            <a:r>
              <a:rPr lang="en-US" dirty="0">
                <a:ea typeface="+mn-lt"/>
                <a:cs typeface="+mn-lt"/>
              </a:rPr>
              <a:t>R² = Coefficient of Determination (R-Squared)</a:t>
            </a:r>
          </a:p>
          <a:p>
            <a:pPr marL="0" indent="0">
              <a:buNone/>
            </a:pPr>
            <a:endParaRPr lang="en-US" dirty="0"/>
          </a:p>
          <a:p>
            <a:pPr marL="0" indent="0">
              <a:buNone/>
            </a:pPr>
            <a:endParaRPr lang="en-US" dirty="0"/>
          </a:p>
        </p:txBody>
      </p:sp>
      <p:sp>
        <p:nvSpPr>
          <p:cNvPr id="7" name="Slide Number Placeholder 6">
            <a:extLst>
              <a:ext uri="{FF2B5EF4-FFF2-40B4-BE49-F238E27FC236}">
                <a16:creationId xmlns:a16="http://schemas.microsoft.com/office/drawing/2014/main" id="{C40C3E63-211A-BA72-7F7D-8870F352C3CA}"/>
              </a:ext>
            </a:extLst>
          </p:cNvPr>
          <p:cNvSpPr>
            <a:spLocks noGrp="1"/>
          </p:cNvSpPr>
          <p:nvPr>
            <p:ph type="sldNum" sz="quarter" idx="12"/>
          </p:nvPr>
        </p:nvSpPr>
        <p:spPr/>
        <p:txBody>
          <a:bodyPr/>
          <a:lstStyle/>
          <a:p>
            <a:fld id="{CC057153-B650-4DEB-B370-79DDCFDCE934}" type="slidenum">
              <a:rPr lang="en-US" smtClean="0"/>
              <a:t>6</a:t>
            </a:fld>
            <a:endParaRPr lang="en-US" dirty="0"/>
          </a:p>
        </p:txBody>
      </p:sp>
      <p:sp>
        <p:nvSpPr>
          <p:cNvPr id="8" name="Footer Placeholder 4">
            <a:extLst>
              <a:ext uri="{FF2B5EF4-FFF2-40B4-BE49-F238E27FC236}">
                <a16:creationId xmlns:a16="http://schemas.microsoft.com/office/drawing/2014/main" id="{E55DB905-0BCB-8F60-15DF-81994E665322}"/>
              </a:ext>
            </a:extLst>
          </p:cNvPr>
          <p:cNvSpPr txBox="1">
            <a:spLocks/>
          </p:cNvSpPr>
          <p:nvPr/>
        </p:nvSpPr>
        <p:spPr>
          <a:xfrm rot="16200000">
            <a:off x="-2067304" y="2064540"/>
            <a:ext cx="4564376" cy="429768"/>
          </a:xfrm>
          <a:prstGeom prst="rect">
            <a:avLst/>
          </a:prstGeom>
        </p:spPr>
        <p:txBody>
          <a:bodyPr vert="horz" lIns="91440" tIns="45720" rIns="91440" bIns="45720" rtlCol="0" anchor="ctr"/>
          <a:lstStyle>
            <a:defPPr>
              <a:defRPr lang="en-US"/>
            </a:defPPr>
            <a:lvl1pPr marL="0" algn="r" defTabSz="914400" rtl="0" eaLnBrk="1" latinLnBrk="0" hangingPunct="1">
              <a:defRPr sz="800" b="0" i="0" kern="1200">
                <a:solidFill>
                  <a:schemeClr val="tx1"/>
                </a:solidFill>
                <a:latin typeface="+mn-lt"/>
                <a:ea typeface="Batang" panose="02030600000101010101" pitchFamily="18" charset="-127"/>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a:ea typeface="Batang"/>
              </a:rPr>
              <a:t>Diamonds Predictor Application</a:t>
            </a:r>
          </a:p>
        </p:txBody>
      </p:sp>
      <p:pic>
        <p:nvPicPr>
          <p:cNvPr id="9" name="Picture 8">
            <a:extLst>
              <a:ext uri="{FF2B5EF4-FFF2-40B4-BE49-F238E27FC236}">
                <a16:creationId xmlns:a16="http://schemas.microsoft.com/office/drawing/2014/main" id="{AD9201FA-2B43-725A-3954-91B99A06CBD6}"/>
              </a:ext>
            </a:extLst>
          </p:cNvPr>
          <p:cNvPicPr>
            <a:picLocks noChangeAspect="1"/>
          </p:cNvPicPr>
          <p:nvPr/>
        </p:nvPicPr>
        <p:blipFill>
          <a:blip r:embed="rId3"/>
          <a:stretch>
            <a:fillRect/>
          </a:stretch>
        </p:blipFill>
        <p:spPr>
          <a:xfrm>
            <a:off x="6096679" y="2129745"/>
            <a:ext cx="5913212" cy="3803197"/>
          </a:xfrm>
          <a:prstGeom prst="rect">
            <a:avLst/>
          </a:prstGeom>
        </p:spPr>
      </p:pic>
    </p:spTree>
    <p:extLst>
      <p:ext uri="{BB962C8B-B14F-4D97-AF65-F5344CB8AC3E}">
        <p14:creationId xmlns:p14="http://schemas.microsoft.com/office/powerpoint/2010/main" val="216873570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accent4">
            <a:lumMod val="20000"/>
            <a:lumOff val="80000"/>
          </a:schemeClr>
        </a:solidFill>
        <a:effectLst/>
      </p:bgPr>
    </p:bg>
    <p:spTree>
      <p:nvGrpSpPr>
        <p:cNvPr id="1" name="">
          <a:extLst>
            <a:ext uri="{FF2B5EF4-FFF2-40B4-BE49-F238E27FC236}">
              <a16:creationId xmlns:a16="http://schemas.microsoft.com/office/drawing/2014/main" id="{A18913DE-F140-3A2A-D9B6-319DE239F33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5B246E7-9AF6-7D73-A5B5-500DEFE9FBF3}"/>
              </a:ext>
            </a:extLst>
          </p:cNvPr>
          <p:cNvSpPr>
            <a:spLocks noGrp="1"/>
          </p:cNvSpPr>
          <p:nvPr>
            <p:ph type="title"/>
          </p:nvPr>
        </p:nvSpPr>
        <p:spPr>
          <a:xfrm>
            <a:off x="634030" y="1001715"/>
            <a:ext cx="11460962" cy="1127756"/>
          </a:xfrm>
        </p:spPr>
        <p:txBody>
          <a:bodyPr>
            <a:normAutofit fontScale="90000"/>
          </a:bodyPr>
          <a:lstStyle/>
          <a:p>
            <a:r>
              <a:rPr lang="en-US">
                <a:ea typeface="+mj-lt"/>
                <a:cs typeface="+mj-lt"/>
              </a:rPr>
              <a:t>ANN Regression Model (clarity Prediction)</a:t>
            </a:r>
            <a:endParaRPr lang="en-US"/>
          </a:p>
        </p:txBody>
      </p:sp>
      <p:sp>
        <p:nvSpPr>
          <p:cNvPr id="3" name="Text Placeholder 2">
            <a:extLst>
              <a:ext uri="{FF2B5EF4-FFF2-40B4-BE49-F238E27FC236}">
                <a16:creationId xmlns:a16="http://schemas.microsoft.com/office/drawing/2014/main" id="{2D11BAFB-1FD6-093A-BA4D-E7FF64B63F86}"/>
              </a:ext>
            </a:extLst>
          </p:cNvPr>
          <p:cNvSpPr>
            <a:spLocks noGrp="1"/>
          </p:cNvSpPr>
          <p:nvPr>
            <p:ph type="body" sz="quarter" idx="13"/>
          </p:nvPr>
        </p:nvSpPr>
        <p:spPr/>
        <p:txBody>
          <a:bodyPr vert="horz" lIns="91440" tIns="45720" rIns="91440" bIns="45720" rtlCol="0" anchor="t">
            <a:normAutofit/>
          </a:bodyPr>
          <a:lstStyle/>
          <a:p>
            <a:pPr>
              <a:buNone/>
            </a:pPr>
            <a:r>
              <a:rPr lang="en-US" b="1" dirty="0">
                <a:ea typeface="+mn-lt"/>
                <a:cs typeface="+mn-lt"/>
              </a:rPr>
              <a:t>Architecture:</a:t>
            </a:r>
          </a:p>
          <a:p>
            <a:pPr>
              <a:buFont typeface="Arial"/>
              <a:buChar char="•"/>
            </a:pPr>
            <a:r>
              <a:rPr lang="en-US" dirty="0">
                <a:ea typeface="+mn-lt"/>
                <a:cs typeface="+mn-lt"/>
              </a:rPr>
              <a:t>Dense(64, relu)</a:t>
            </a:r>
          </a:p>
          <a:p>
            <a:pPr>
              <a:buFont typeface="Arial"/>
              <a:buChar char="•"/>
            </a:pPr>
            <a:r>
              <a:rPr lang="en-US" dirty="0">
                <a:ea typeface="+mn-lt"/>
                <a:cs typeface="+mn-lt"/>
              </a:rPr>
              <a:t>Dense(32, relu)</a:t>
            </a:r>
          </a:p>
          <a:p>
            <a:pPr>
              <a:buFont typeface="Arial"/>
              <a:buChar char="•"/>
            </a:pPr>
            <a:r>
              <a:rPr lang="en-US" dirty="0">
                <a:ea typeface="+mn-lt"/>
                <a:cs typeface="+mn-lt"/>
              </a:rPr>
              <a:t>Dense(1, linear)</a:t>
            </a:r>
          </a:p>
          <a:p>
            <a:pPr marL="0" indent="0">
              <a:buNone/>
            </a:pPr>
            <a:r>
              <a:rPr lang="en-US" b="1" dirty="0">
                <a:ea typeface="+mn-lt"/>
                <a:cs typeface="+mn-lt"/>
              </a:rPr>
              <a:t>Metrics: </a:t>
            </a:r>
          </a:p>
          <a:p>
            <a:pPr>
              <a:buFont typeface="Arial"/>
              <a:buChar char="•"/>
            </a:pPr>
            <a:r>
              <a:rPr lang="en-US" dirty="0">
                <a:ea typeface="+mn-lt"/>
                <a:cs typeface="+mn-lt"/>
              </a:rPr>
              <a:t>Accuracy</a:t>
            </a:r>
          </a:p>
          <a:p>
            <a:pPr>
              <a:buFont typeface="Arial"/>
              <a:buChar char="•"/>
            </a:pPr>
            <a:r>
              <a:rPr lang="en-US" dirty="0">
                <a:ea typeface="+mn-lt"/>
                <a:cs typeface="+mn-lt"/>
              </a:rPr>
              <a:t>Precision</a:t>
            </a:r>
          </a:p>
          <a:p>
            <a:pPr>
              <a:buFont typeface="Arial"/>
              <a:buChar char="•"/>
            </a:pPr>
            <a:r>
              <a:rPr lang="en-US" dirty="0">
                <a:ea typeface="+mn-lt"/>
                <a:cs typeface="+mn-lt"/>
              </a:rPr>
              <a:t>Recall</a:t>
            </a:r>
          </a:p>
          <a:p>
            <a:pPr>
              <a:buFont typeface="Arial"/>
              <a:buChar char="•"/>
            </a:pPr>
            <a:r>
              <a:rPr lang="en-US" dirty="0">
                <a:ea typeface="+mn-lt"/>
                <a:cs typeface="+mn-lt"/>
              </a:rPr>
              <a:t>F1‑Score</a:t>
            </a:r>
            <a:endParaRPr lang="en-US" dirty="0"/>
          </a:p>
          <a:p>
            <a:pPr marL="0" indent="0">
              <a:buNone/>
            </a:pPr>
            <a:endParaRPr lang="en-US" dirty="0"/>
          </a:p>
          <a:p>
            <a:pPr marL="0" indent="0">
              <a:buNone/>
            </a:pPr>
            <a:endParaRPr lang="en-US" dirty="0"/>
          </a:p>
        </p:txBody>
      </p:sp>
      <p:sp>
        <p:nvSpPr>
          <p:cNvPr id="7" name="Slide Number Placeholder 6">
            <a:extLst>
              <a:ext uri="{FF2B5EF4-FFF2-40B4-BE49-F238E27FC236}">
                <a16:creationId xmlns:a16="http://schemas.microsoft.com/office/drawing/2014/main" id="{551C0779-93A8-7A72-FA5B-2F2CFBFBA033}"/>
              </a:ext>
            </a:extLst>
          </p:cNvPr>
          <p:cNvSpPr>
            <a:spLocks noGrp="1"/>
          </p:cNvSpPr>
          <p:nvPr>
            <p:ph type="sldNum" sz="quarter" idx="12"/>
          </p:nvPr>
        </p:nvSpPr>
        <p:spPr/>
        <p:txBody>
          <a:bodyPr/>
          <a:lstStyle/>
          <a:p>
            <a:fld id="{CC057153-B650-4DEB-B370-79DDCFDCE934}" type="slidenum">
              <a:rPr lang="en-US" smtClean="0"/>
              <a:t>7</a:t>
            </a:fld>
            <a:endParaRPr lang="en-US" dirty="0"/>
          </a:p>
        </p:txBody>
      </p:sp>
      <p:sp>
        <p:nvSpPr>
          <p:cNvPr id="8" name="Footer Placeholder 4">
            <a:extLst>
              <a:ext uri="{FF2B5EF4-FFF2-40B4-BE49-F238E27FC236}">
                <a16:creationId xmlns:a16="http://schemas.microsoft.com/office/drawing/2014/main" id="{1C7365A8-5D4B-327E-2E07-E37BC0A6CD40}"/>
              </a:ext>
            </a:extLst>
          </p:cNvPr>
          <p:cNvSpPr txBox="1">
            <a:spLocks/>
          </p:cNvSpPr>
          <p:nvPr/>
        </p:nvSpPr>
        <p:spPr>
          <a:xfrm rot="16200000">
            <a:off x="-2067304" y="2064540"/>
            <a:ext cx="4564376" cy="429768"/>
          </a:xfrm>
          <a:prstGeom prst="rect">
            <a:avLst/>
          </a:prstGeom>
        </p:spPr>
        <p:txBody>
          <a:bodyPr vert="horz" lIns="91440" tIns="45720" rIns="91440" bIns="45720" rtlCol="0" anchor="ctr"/>
          <a:lstStyle>
            <a:defPPr>
              <a:defRPr lang="en-US"/>
            </a:defPPr>
            <a:lvl1pPr marL="0" algn="r" defTabSz="914400" rtl="0" eaLnBrk="1" latinLnBrk="0" hangingPunct="1">
              <a:defRPr sz="800" b="0" i="0" kern="1200">
                <a:solidFill>
                  <a:schemeClr val="tx1"/>
                </a:solidFill>
                <a:latin typeface="+mn-lt"/>
                <a:ea typeface="Batang" panose="02030600000101010101" pitchFamily="18" charset="-127"/>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a:ea typeface="Batang"/>
              </a:rPr>
              <a:t>Diamonds Predictor Application</a:t>
            </a:r>
          </a:p>
        </p:txBody>
      </p:sp>
      <p:pic>
        <p:nvPicPr>
          <p:cNvPr id="9" name="Picture 8">
            <a:extLst>
              <a:ext uri="{FF2B5EF4-FFF2-40B4-BE49-F238E27FC236}">
                <a16:creationId xmlns:a16="http://schemas.microsoft.com/office/drawing/2014/main" id="{33DB7011-76A9-E487-F803-B5FBD82900B0}"/>
              </a:ext>
            </a:extLst>
          </p:cNvPr>
          <p:cNvPicPr>
            <a:picLocks noChangeAspect="1"/>
          </p:cNvPicPr>
          <p:nvPr/>
        </p:nvPicPr>
        <p:blipFill>
          <a:blip r:embed="rId3"/>
          <a:stretch>
            <a:fillRect/>
          </a:stretch>
        </p:blipFill>
        <p:spPr>
          <a:xfrm>
            <a:off x="4064000" y="2286001"/>
            <a:ext cx="7721600" cy="3585029"/>
          </a:xfrm>
          <a:prstGeom prst="rect">
            <a:avLst/>
          </a:prstGeom>
        </p:spPr>
      </p:pic>
    </p:spTree>
    <p:extLst>
      <p:ext uri="{BB962C8B-B14F-4D97-AF65-F5344CB8AC3E}">
        <p14:creationId xmlns:p14="http://schemas.microsoft.com/office/powerpoint/2010/main" val="95701212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chemeClr val="accent4">
            <a:lumMod val="20000"/>
            <a:lumOff val="80000"/>
          </a:schemeClr>
        </a:solidFill>
        <a:effectLst/>
      </p:bgPr>
    </p:bg>
    <p:spTree>
      <p:nvGrpSpPr>
        <p:cNvPr id="1" name="">
          <a:extLst>
            <a:ext uri="{FF2B5EF4-FFF2-40B4-BE49-F238E27FC236}">
              <a16:creationId xmlns:a16="http://schemas.microsoft.com/office/drawing/2014/main" id="{0848481A-6684-C0D9-C6EE-1A1CE43E957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2B121CD-9A5E-BBF7-755F-E3EDF28F556D}"/>
              </a:ext>
            </a:extLst>
          </p:cNvPr>
          <p:cNvSpPr>
            <a:spLocks noGrp="1"/>
          </p:cNvSpPr>
          <p:nvPr>
            <p:ph type="title"/>
          </p:nvPr>
        </p:nvSpPr>
        <p:spPr>
          <a:xfrm>
            <a:off x="634030" y="1001715"/>
            <a:ext cx="10648162" cy="1127756"/>
          </a:xfrm>
        </p:spPr>
        <p:txBody>
          <a:bodyPr>
            <a:normAutofit/>
          </a:bodyPr>
          <a:lstStyle/>
          <a:p>
            <a:r>
              <a:rPr lang="en-US">
                <a:ea typeface="+mj-lt"/>
                <a:cs typeface="+mj-lt"/>
              </a:rPr>
              <a:t>Customer Segmentation (Clustering)</a:t>
            </a:r>
            <a:endParaRPr lang="en-US"/>
          </a:p>
        </p:txBody>
      </p:sp>
      <p:sp>
        <p:nvSpPr>
          <p:cNvPr id="3" name="Text Placeholder 2">
            <a:extLst>
              <a:ext uri="{FF2B5EF4-FFF2-40B4-BE49-F238E27FC236}">
                <a16:creationId xmlns:a16="http://schemas.microsoft.com/office/drawing/2014/main" id="{96DE7F4F-8324-0D03-4D23-F93BB1EE2C29}"/>
              </a:ext>
            </a:extLst>
          </p:cNvPr>
          <p:cNvSpPr>
            <a:spLocks noGrp="1"/>
          </p:cNvSpPr>
          <p:nvPr>
            <p:ph type="body" sz="quarter" idx="13"/>
          </p:nvPr>
        </p:nvSpPr>
        <p:spPr>
          <a:xfrm>
            <a:off x="634030" y="2129474"/>
            <a:ext cx="5266090" cy="4093525"/>
          </a:xfrm>
        </p:spPr>
        <p:txBody>
          <a:bodyPr vert="horz" lIns="91440" tIns="45720" rIns="91440" bIns="45720" rtlCol="0" anchor="t">
            <a:normAutofit/>
          </a:bodyPr>
          <a:lstStyle/>
          <a:p>
            <a:pPr>
              <a:buNone/>
            </a:pPr>
            <a:r>
              <a:rPr lang="en-US" b="1" dirty="0">
                <a:ea typeface="+mn-lt"/>
                <a:cs typeface="+mn-lt"/>
              </a:rPr>
              <a:t>Method:</a:t>
            </a:r>
            <a:r>
              <a:rPr lang="en-US" dirty="0">
                <a:ea typeface="+mn-lt"/>
                <a:cs typeface="+mn-lt"/>
              </a:rPr>
              <a:t> KMeans </a:t>
            </a:r>
            <a:endParaRPr lang="en-US" dirty="0"/>
          </a:p>
          <a:p>
            <a:pPr>
              <a:buNone/>
            </a:pPr>
            <a:r>
              <a:rPr lang="en-US" b="1" dirty="0">
                <a:ea typeface="+mn-lt"/>
                <a:cs typeface="+mn-lt"/>
              </a:rPr>
              <a:t>Evaluation:</a:t>
            </a:r>
            <a:r>
              <a:rPr lang="en-US" dirty="0">
                <a:ea typeface="+mn-lt"/>
                <a:cs typeface="+mn-lt"/>
              </a:rPr>
              <a:t> Silhouette Score </a:t>
            </a:r>
          </a:p>
          <a:p>
            <a:pPr>
              <a:buNone/>
            </a:pPr>
            <a:r>
              <a:rPr lang="en-US" b="1" dirty="0">
                <a:ea typeface="+mn-lt"/>
                <a:cs typeface="+mn-lt"/>
              </a:rPr>
              <a:t>Clusters:</a:t>
            </a:r>
            <a:endParaRPr lang="en-US" dirty="0"/>
          </a:p>
          <a:p>
            <a:pPr>
              <a:buFont typeface="Arial"/>
              <a:buChar char="•"/>
            </a:pPr>
            <a:r>
              <a:rPr lang="en-US" dirty="0">
                <a:ea typeface="+mn-lt"/>
                <a:cs typeface="+mn-lt"/>
              </a:rPr>
              <a:t>High‑carat, high‑price</a:t>
            </a:r>
            <a:endParaRPr lang="en-US" dirty="0"/>
          </a:p>
          <a:p>
            <a:pPr>
              <a:buFont typeface="Arial"/>
              <a:buChar char="•"/>
            </a:pPr>
            <a:r>
              <a:rPr lang="en-US" dirty="0">
                <a:ea typeface="+mn-lt"/>
                <a:cs typeface="+mn-lt"/>
              </a:rPr>
              <a:t>Mid‑range</a:t>
            </a:r>
            <a:endParaRPr lang="en-US" dirty="0"/>
          </a:p>
          <a:p>
            <a:pPr>
              <a:buFont typeface="Arial"/>
              <a:buChar char="•"/>
            </a:pPr>
            <a:r>
              <a:rPr lang="en-US" dirty="0">
                <a:ea typeface="+mn-lt"/>
                <a:cs typeface="+mn-lt"/>
              </a:rPr>
              <a:t>Small, low‑price</a:t>
            </a:r>
            <a:endParaRPr lang="en-US" dirty="0"/>
          </a:p>
          <a:p>
            <a:pPr>
              <a:buFont typeface="Arial"/>
              <a:buChar char="•"/>
            </a:pPr>
            <a:r>
              <a:rPr lang="en-US" dirty="0">
                <a:ea typeface="+mn-lt"/>
                <a:cs typeface="+mn-lt"/>
              </a:rPr>
              <a:t>Unusual proportions</a:t>
            </a:r>
            <a:endParaRPr lang="en-US" dirty="0"/>
          </a:p>
          <a:p>
            <a:pPr>
              <a:buNone/>
            </a:pPr>
            <a:endParaRPr lang="en-US" b="1" dirty="0"/>
          </a:p>
          <a:p>
            <a:pPr marL="0" indent="0">
              <a:buNone/>
            </a:pPr>
            <a:endParaRPr lang="en-US" dirty="0"/>
          </a:p>
          <a:p>
            <a:pPr marL="0" indent="0">
              <a:buNone/>
            </a:pPr>
            <a:endParaRPr lang="en-US" dirty="0"/>
          </a:p>
        </p:txBody>
      </p:sp>
      <p:sp>
        <p:nvSpPr>
          <p:cNvPr id="7" name="Slide Number Placeholder 6">
            <a:extLst>
              <a:ext uri="{FF2B5EF4-FFF2-40B4-BE49-F238E27FC236}">
                <a16:creationId xmlns:a16="http://schemas.microsoft.com/office/drawing/2014/main" id="{8496A163-34CE-14EA-7F3B-1C0001FC0410}"/>
              </a:ext>
            </a:extLst>
          </p:cNvPr>
          <p:cNvSpPr>
            <a:spLocks noGrp="1"/>
          </p:cNvSpPr>
          <p:nvPr>
            <p:ph type="sldNum" sz="quarter" idx="12"/>
          </p:nvPr>
        </p:nvSpPr>
        <p:spPr/>
        <p:txBody>
          <a:bodyPr/>
          <a:lstStyle/>
          <a:p>
            <a:fld id="{CC057153-B650-4DEB-B370-79DDCFDCE934}" type="slidenum">
              <a:rPr lang="en-US" smtClean="0"/>
              <a:t>8</a:t>
            </a:fld>
            <a:endParaRPr lang="en-US" dirty="0"/>
          </a:p>
        </p:txBody>
      </p:sp>
      <p:sp>
        <p:nvSpPr>
          <p:cNvPr id="8" name="Footer Placeholder 4">
            <a:extLst>
              <a:ext uri="{FF2B5EF4-FFF2-40B4-BE49-F238E27FC236}">
                <a16:creationId xmlns:a16="http://schemas.microsoft.com/office/drawing/2014/main" id="{5CD223E9-7BF9-4842-98DE-2F4E3F3825ED}"/>
              </a:ext>
            </a:extLst>
          </p:cNvPr>
          <p:cNvSpPr txBox="1">
            <a:spLocks/>
          </p:cNvSpPr>
          <p:nvPr/>
        </p:nvSpPr>
        <p:spPr>
          <a:xfrm rot="16200000">
            <a:off x="-2067304" y="2064540"/>
            <a:ext cx="4564376" cy="429768"/>
          </a:xfrm>
          <a:prstGeom prst="rect">
            <a:avLst/>
          </a:prstGeom>
        </p:spPr>
        <p:txBody>
          <a:bodyPr vert="horz" lIns="91440" tIns="45720" rIns="91440" bIns="45720" rtlCol="0" anchor="ctr"/>
          <a:lstStyle>
            <a:defPPr>
              <a:defRPr lang="en-US"/>
            </a:defPPr>
            <a:lvl1pPr marL="0" algn="r" defTabSz="914400" rtl="0" eaLnBrk="1" latinLnBrk="0" hangingPunct="1">
              <a:defRPr sz="800" b="0" i="0" kern="1200">
                <a:solidFill>
                  <a:schemeClr val="tx1"/>
                </a:solidFill>
                <a:latin typeface="+mn-lt"/>
                <a:ea typeface="Batang" panose="02030600000101010101" pitchFamily="18" charset="-127"/>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a:ea typeface="Batang"/>
              </a:rPr>
              <a:t>Diamonds Predictor Application</a:t>
            </a:r>
          </a:p>
        </p:txBody>
      </p:sp>
      <p:pic>
        <p:nvPicPr>
          <p:cNvPr id="9" name="Picture 8">
            <a:extLst>
              <a:ext uri="{FF2B5EF4-FFF2-40B4-BE49-F238E27FC236}">
                <a16:creationId xmlns:a16="http://schemas.microsoft.com/office/drawing/2014/main" id="{E7CABB23-1657-AA6F-7C9A-76F547573260}"/>
              </a:ext>
            </a:extLst>
          </p:cNvPr>
          <p:cNvPicPr>
            <a:picLocks noChangeAspect="1"/>
          </p:cNvPicPr>
          <p:nvPr/>
        </p:nvPicPr>
        <p:blipFill>
          <a:blip r:embed="rId3"/>
          <a:stretch>
            <a:fillRect/>
          </a:stretch>
        </p:blipFill>
        <p:spPr>
          <a:xfrm>
            <a:off x="5288643" y="2124982"/>
            <a:ext cx="5852886" cy="3907065"/>
          </a:xfrm>
          <a:prstGeom prst="rect">
            <a:avLst/>
          </a:prstGeom>
        </p:spPr>
      </p:pic>
    </p:spTree>
    <p:extLst>
      <p:ext uri="{BB962C8B-B14F-4D97-AF65-F5344CB8AC3E}">
        <p14:creationId xmlns:p14="http://schemas.microsoft.com/office/powerpoint/2010/main" val="111921070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chemeClr val="accent4">
            <a:lumMod val="20000"/>
            <a:lumOff val="80000"/>
          </a:schemeClr>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6A360D7-F74C-CD9E-C576-1CB8FFE8778E}"/>
              </a:ext>
            </a:extLst>
          </p:cNvPr>
          <p:cNvSpPr>
            <a:spLocks noGrp="1"/>
          </p:cNvSpPr>
          <p:nvPr>
            <p:ph type="ctrTitle"/>
          </p:nvPr>
        </p:nvSpPr>
        <p:spPr>
          <a:xfrm>
            <a:off x="633478" y="638132"/>
            <a:ext cx="10924476" cy="2147207"/>
          </a:xfrm>
        </p:spPr>
        <p:txBody>
          <a:bodyPr/>
          <a:lstStyle/>
          <a:p>
            <a:r>
              <a:rPr lang="en-US"/>
              <a:t>Ai assistant</a:t>
            </a:r>
          </a:p>
        </p:txBody>
      </p:sp>
      <p:sp>
        <p:nvSpPr>
          <p:cNvPr id="4" name="Title 1">
            <a:extLst>
              <a:ext uri="{FF2B5EF4-FFF2-40B4-BE49-F238E27FC236}">
                <a16:creationId xmlns:a16="http://schemas.microsoft.com/office/drawing/2014/main" id="{08A86C91-B0FE-2742-6409-792B49CDCEA5}"/>
              </a:ext>
            </a:extLst>
          </p:cNvPr>
          <p:cNvSpPr txBox="1">
            <a:spLocks/>
          </p:cNvSpPr>
          <p:nvPr/>
        </p:nvSpPr>
        <p:spPr>
          <a:xfrm>
            <a:off x="633478" y="2953160"/>
            <a:ext cx="10924476" cy="1406977"/>
          </a:xfrm>
          <a:prstGeom prst="rect">
            <a:avLst/>
          </a:prstGeom>
        </p:spPr>
        <p:txBody>
          <a:bodyPr vert="horz" lIns="91440" tIns="45720" rIns="91440" bIns="45720" rtlCol="0" anchor="b">
            <a:normAutofit/>
          </a:bodyPr>
          <a:lstStyle>
            <a:lvl1pPr algn="l" defTabSz="914400" rtl="0" eaLnBrk="1" latinLnBrk="0" hangingPunct="1">
              <a:lnSpc>
                <a:spcPct val="90000"/>
              </a:lnSpc>
              <a:spcBef>
                <a:spcPct val="0"/>
              </a:spcBef>
              <a:buNone/>
              <a:defRPr sz="7200" b="0" i="0" kern="1200" cap="all" baseline="0">
                <a:solidFill>
                  <a:schemeClr val="bg1"/>
                </a:solidFill>
                <a:latin typeface="+mj-lt"/>
                <a:ea typeface="+mj-ea"/>
                <a:cs typeface="+mj-cs"/>
              </a:defRPr>
            </a:lvl1pPr>
          </a:lstStyle>
          <a:p>
            <a:pPr marL="285750" indent="-285750">
              <a:lnSpc>
                <a:spcPct val="150000"/>
              </a:lnSpc>
              <a:buFont typeface="Arial"/>
              <a:buChar char="•"/>
            </a:pPr>
            <a:r>
              <a:rPr lang="en-US" sz="1600" cap="none">
                <a:ea typeface="+mj-lt"/>
                <a:cs typeface="+mj-lt"/>
              </a:rPr>
              <a:t>Natural language search </a:t>
            </a:r>
            <a:endParaRPr lang="en-US" cap="none"/>
          </a:p>
          <a:p>
            <a:pPr marL="285750" indent="-285750">
              <a:lnSpc>
                <a:spcPct val="150000"/>
              </a:lnSpc>
              <a:buFont typeface="Arial"/>
              <a:buChar char="•"/>
            </a:pPr>
            <a:r>
              <a:rPr lang="en-US" sz="1600" cap="none">
                <a:ea typeface="+mj-lt"/>
                <a:cs typeface="+mj-lt"/>
              </a:rPr>
              <a:t>Explains results </a:t>
            </a:r>
          </a:p>
          <a:p>
            <a:pPr marL="285750" indent="-285750">
              <a:lnSpc>
                <a:spcPct val="150000"/>
              </a:lnSpc>
              <a:buFont typeface="Arial"/>
              <a:buChar char="•"/>
            </a:pPr>
            <a:r>
              <a:rPr lang="en-US" sz="1600" cap="none">
                <a:ea typeface="+mj-lt"/>
                <a:cs typeface="+mj-lt"/>
              </a:rPr>
              <a:t>Finds diamonds based on user intent</a:t>
            </a:r>
            <a:endParaRPr lang="en-US" sz="1600" cap="none"/>
          </a:p>
        </p:txBody>
      </p:sp>
      <p:sp>
        <p:nvSpPr>
          <p:cNvPr id="6" name="Footer Placeholder 4">
            <a:extLst>
              <a:ext uri="{FF2B5EF4-FFF2-40B4-BE49-F238E27FC236}">
                <a16:creationId xmlns:a16="http://schemas.microsoft.com/office/drawing/2014/main" id="{0EAE2E68-B485-B9FF-5739-5B390D73532E}"/>
              </a:ext>
            </a:extLst>
          </p:cNvPr>
          <p:cNvSpPr txBox="1">
            <a:spLocks/>
          </p:cNvSpPr>
          <p:nvPr/>
        </p:nvSpPr>
        <p:spPr>
          <a:xfrm rot="16200000">
            <a:off x="-2067304" y="2064540"/>
            <a:ext cx="4564376" cy="429768"/>
          </a:xfrm>
          <a:prstGeom prst="rect">
            <a:avLst/>
          </a:prstGeom>
        </p:spPr>
        <p:txBody>
          <a:bodyPr vert="horz" lIns="91440" tIns="45720" rIns="91440" bIns="45720" rtlCol="0" anchor="ctr"/>
          <a:lstStyle>
            <a:defPPr>
              <a:defRPr lang="en-US"/>
            </a:defPPr>
            <a:lvl1pPr marL="0" algn="r" defTabSz="914400" rtl="0" eaLnBrk="1" latinLnBrk="0" hangingPunct="1">
              <a:defRPr sz="800" b="0" i="0" kern="1200">
                <a:solidFill>
                  <a:schemeClr val="tx1"/>
                </a:solidFill>
                <a:latin typeface="+mn-lt"/>
                <a:ea typeface="Batang" panose="02030600000101010101" pitchFamily="18" charset="-127"/>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a:solidFill>
                  <a:schemeClr val="bg1"/>
                </a:solidFill>
                <a:ea typeface="Batang"/>
              </a:rPr>
              <a:t>Diamonds Predictor Application</a:t>
            </a:r>
          </a:p>
        </p:txBody>
      </p:sp>
      <p:pic>
        <p:nvPicPr>
          <p:cNvPr id="7" name="Picture 6" descr="A chair and table on a balcony">
            <a:extLst>
              <a:ext uri="{FF2B5EF4-FFF2-40B4-BE49-F238E27FC236}">
                <a16:creationId xmlns:a16="http://schemas.microsoft.com/office/drawing/2014/main" id="{BAC1349E-40AC-AE24-1E2C-E02C54386313}"/>
              </a:ext>
            </a:extLst>
          </p:cNvPr>
          <p:cNvPicPr>
            <a:picLocks noChangeAspect="1"/>
          </p:cNvPicPr>
          <p:nvPr/>
        </p:nvPicPr>
        <p:blipFill>
          <a:blip r:embed="rId3"/>
          <a:srcRect r="-169"/>
          <a:stretch>
            <a:fillRect/>
          </a:stretch>
        </p:blipFill>
        <p:spPr>
          <a:xfrm>
            <a:off x="7874227" y="0"/>
            <a:ext cx="4303055" cy="6858000"/>
          </a:xfrm>
          <a:prstGeom prst="rect">
            <a:avLst/>
          </a:prstGeom>
        </p:spPr>
      </p:pic>
    </p:spTree>
    <p:extLst>
      <p:ext uri="{BB962C8B-B14F-4D97-AF65-F5344CB8AC3E}">
        <p14:creationId xmlns:p14="http://schemas.microsoft.com/office/powerpoint/2010/main" val="1858387724"/>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chemeClr val="accent4">
            <a:lumMod val="20000"/>
            <a:lumOff val="80000"/>
          </a:schemeClr>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FE72092-1D93-1C42-71C9-4C3CD1035FA3}"/>
              </a:ext>
            </a:extLst>
          </p:cNvPr>
          <p:cNvSpPr>
            <a:spLocks noGrp="1"/>
          </p:cNvSpPr>
          <p:nvPr>
            <p:ph type="title"/>
          </p:nvPr>
        </p:nvSpPr>
        <p:spPr>
          <a:xfrm>
            <a:off x="634030" y="1001714"/>
            <a:ext cx="6954277" cy="726631"/>
          </a:xfrm>
        </p:spPr>
        <p:txBody>
          <a:bodyPr/>
          <a:lstStyle/>
          <a:p>
            <a:r>
              <a:rPr lang="en-US" dirty="0">
                <a:ea typeface="+mj-lt"/>
                <a:cs typeface="+mj-lt"/>
              </a:rPr>
              <a:t>Gradio Web Application</a:t>
            </a:r>
            <a:endParaRPr lang="en-US" dirty="0"/>
          </a:p>
        </p:txBody>
      </p:sp>
      <p:sp>
        <p:nvSpPr>
          <p:cNvPr id="6" name="Slide Number Placeholder 5">
            <a:extLst>
              <a:ext uri="{FF2B5EF4-FFF2-40B4-BE49-F238E27FC236}">
                <a16:creationId xmlns:a16="http://schemas.microsoft.com/office/drawing/2014/main" id="{A6B74622-7DE0-8F9D-5C52-82D39E218EE1}"/>
              </a:ext>
            </a:extLst>
          </p:cNvPr>
          <p:cNvSpPr>
            <a:spLocks noGrp="1"/>
          </p:cNvSpPr>
          <p:nvPr>
            <p:ph type="sldNum" sz="quarter" idx="12"/>
          </p:nvPr>
        </p:nvSpPr>
        <p:spPr/>
        <p:txBody>
          <a:bodyPr/>
          <a:lstStyle/>
          <a:p>
            <a:fld id="{CC057153-B650-4DEB-B370-79DDCFDCE934}" type="slidenum">
              <a:rPr lang="en-US" smtClean="0"/>
              <a:t>10</a:t>
            </a:fld>
            <a:endParaRPr lang="en-US" dirty="0"/>
          </a:p>
        </p:txBody>
      </p:sp>
      <p:sp>
        <p:nvSpPr>
          <p:cNvPr id="4" name="Footer Placeholder 4">
            <a:extLst>
              <a:ext uri="{FF2B5EF4-FFF2-40B4-BE49-F238E27FC236}">
                <a16:creationId xmlns:a16="http://schemas.microsoft.com/office/drawing/2014/main" id="{80C3E9A2-7C77-6213-4FAB-61F4FD8A2E93}"/>
              </a:ext>
            </a:extLst>
          </p:cNvPr>
          <p:cNvSpPr txBox="1">
            <a:spLocks/>
          </p:cNvSpPr>
          <p:nvPr/>
        </p:nvSpPr>
        <p:spPr>
          <a:xfrm rot="16200000">
            <a:off x="-2067304" y="2064540"/>
            <a:ext cx="4564376" cy="429768"/>
          </a:xfrm>
          <a:prstGeom prst="rect">
            <a:avLst/>
          </a:prstGeom>
        </p:spPr>
        <p:txBody>
          <a:bodyPr vert="horz" lIns="91440" tIns="45720" rIns="91440" bIns="45720" rtlCol="0" anchor="ctr"/>
          <a:lstStyle>
            <a:defPPr>
              <a:defRPr lang="en-US"/>
            </a:defPPr>
            <a:lvl1pPr marL="0" algn="r" defTabSz="914400" rtl="0" eaLnBrk="1" latinLnBrk="0" hangingPunct="1">
              <a:defRPr sz="800" b="0" i="0" kern="1200">
                <a:solidFill>
                  <a:schemeClr val="tx1"/>
                </a:solidFill>
                <a:latin typeface="+mn-lt"/>
                <a:ea typeface="Batang" panose="02030600000101010101" pitchFamily="18" charset="-127"/>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a:ea typeface="Batang"/>
              </a:rPr>
              <a:t>Diamonds Predictor Application</a:t>
            </a:r>
          </a:p>
        </p:txBody>
      </p:sp>
      <p:sp>
        <p:nvSpPr>
          <p:cNvPr id="3" name="Content Placeholder 4">
            <a:extLst>
              <a:ext uri="{FF2B5EF4-FFF2-40B4-BE49-F238E27FC236}">
                <a16:creationId xmlns:a16="http://schemas.microsoft.com/office/drawing/2014/main" id="{FC5F8BB3-7F29-177C-0517-DAB31D503393}"/>
              </a:ext>
            </a:extLst>
          </p:cNvPr>
          <p:cNvSpPr txBox="1">
            <a:spLocks/>
          </p:cNvSpPr>
          <p:nvPr/>
        </p:nvSpPr>
        <p:spPr>
          <a:xfrm>
            <a:off x="634031" y="2496190"/>
            <a:ext cx="6595448" cy="3726809"/>
          </a:xfrm>
          <a:prstGeom prst="rect">
            <a:avLst/>
          </a:prstGeom>
        </p:spPr>
        <p:txBody>
          <a:bodyPr vert="horz" lIns="91440" tIns="45720" rIns="91440" bIns="45720" rtlCol="0" anchor="t">
            <a:normAutofit/>
          </a:bodyPr>
          <a:lstStyle>
            <a:lvl1pPr marL="228600" indent="-228600" algn="l" defTabSz="914400" rtl="0" eaLnBrk="1" latinLnBrk="0" hangingPunct="1">
              <a:lnSpc>
                <a:spcPct val="120000"/>
              </a:lnSpc>
              <a:spcBef>
                <a:spcPts val="1000"/>
              </a:spcBef>
              <a:buFont typeface="Arial" panose="020B0604020202020204" pitchFamily="34" charset="0"/>
              <a:buChar char="•"/>
              <a:defRPr sz="1600" b="0" i="0" kern="1200">
                <a:solidFill>
                  <a:schemeClr val="tx1"/>
                </a:solidFill>
                <a:latin typeface="+mn-lt"/>
                <a:ea typeface="+mn-ea"/>
                <a:cs typeface="+mn-cs"/>
              </a:defRPr>
            </a:lvl1pPr>
            <a:lvl2pPr marL="457200" indent="-228600" algn="l" defTabSz="914400" rtl="0" eaLnBrk="1" latinLnBrk="0" hangingPunct="1">
              <a:lnSpc>
                <a:spcPct val="120000"/>
              </a:lnSpc>
              <a:spcBef>
                <a:spcPts val="500"/>
              </a:spcBef>
              <a:buFont typeface="Arial" panose="020B0604020202020204" pitchFamily="34" charset="0"/>
              <a:buChar char="•"/>
              <a:defRPr sz="1600" b="0" i="0" kern="1200">
                <a:solidFill>
                  <a:schemeClr val="tx1"/>
                </a:solidFill>
                <a:latin typeface="+mn-lt"/>
                <a:ea typeface="+mn-ea"/>
                <a:cs typeface="+mn-cs"/>
              </a:defRPr>
            </a:lvl2pPr>
            <a:lvl3pPr marL="685800" indent="-228600" algn="l" defTabSz="914400" rtl="0" eaLnBrk="1" latinLnBrk="0" hangingPunct="1">
              <a:lnSpc>
                <a:spcPct val="120000"/>
              </a:lnSpc>
              <a:spcBef>
                <a:spcPts val="500"/>
              </a:spcBef>
              <a:buFont typeface="Arial" panose="020B0604020202020204" pitchFamily="34" charset="0"/>
              <a:buChar char="•"/>
              <a:defRPr sz="1600" b="0" i="0" kern="1200">
                <a:solidFill>
                  <a:schemeClr val="tx1"/>
                </a:solidFill>
                <a:latin typeface="+mn-lt"/>
                <a:ea typeface="+mn-ea"/>
                <a:cs typeface="+mn-cs"/>
              </a:defRPr>
            </a:lvl3pPr>
            <a:lvl4pPr marL="914400" indent="-228600" algn="l" defTabSz="914400" rtl="0" eaLnBrk="1" latinLnBrk="0" hangingPunct="1">
              <a:lnSpc>
                <a:spcPct val="120000"/>
              </a:lnSpc>
              <a:spcBef>
                <a:spcPts val="500"/>
              </a:spcBef>
              <a:buFont typeface="Arial" panose="020B0604020202020204" pitchFamily="34" charset="0"/>
              <a:buChar char="•"/>
              <a:defRPr sz="1600" b="0" i="0" kern="1200">
                <a:solidFill>
                  <a:schemeClr val="tx1"/>
                </a:solidFill>
                <a:latin typeface="+mn-lt"/>
                <a:ea typeface="+mn-ea"/>
                <a:cs typeface="+mn-cs"/>
              </a:defRPr>
            </a:lvl4pPr>
            <a:lvl5pPr marL="1143000" indent="-228600" algn="l" defTabSz="914400" rtl="0" eaLnBrk="1" latinLnBrk="0" hangingPunct="1">
              <a:lnSpc>
                <a:spcPct val="120000"/>
              </a:lnSpc>
              <a:spcBef>
                <a:spcPts val="500"/>
              </a:spcBef>
              <a:buFont typeface="Arial" panose="020B0604020202020204" pitchFamily="34" charset="0"/>
              <a:buChar char="•"/>
              <a:defRPr sz="1600" b="0" i="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b="1">
                <a:ea typeface="+mn-lt"/>
                <a:cs typeface="+mn-lt"/>
              </a:rPr>
              <a:t>Tabs:</a:t>
            </a:r>
            <a:endParaRPr lang="en-US" b="1"/>
          </a:p>
          <a:p>
            <a:pPr marL="285750" indent="-285750">
              <a:buFont typeface="Arial"/>
              <a:buChar char="•"/>
            </a:pPr>
            <a:r>
              <a:rPr lang="en-US">
                <a:ea typeface="+mn-lt"/>
                <a:cs typeface="+mn-lt"/>
              </a:rPr>
              <a:t>Price Prediction</a:t>
            </a:r>
            <a:endParaRPr lang="en-US"/>
          </a:p>
          <a:p>
            <a:pPr marL="285750" indent="-285750">
              <a:buFont typeface="Arial"/>
              <a:buChar char="•"/>
            </a:pPr>
            <a:r>
              <a:rPr lang="en-US">
                <a:ea typeface="+mn-lt"/>
                <a:cs typeface="+mn-lt"/>
              </a:rPr>
              <a:t>Clarity Prediction</a:t>
            </a:r>
            <a:endParaRPr lang="en-US"/>
          </a:p>
          <a:p>
            <a:pPr marL="285750" indent="-285750">
              <a:buFont typeface="Arial"/>
              <a:buChar char="•"/>
            </a:pPr>
            <a:r>
              <a:rPr lang="en-US">
                <a:ea typeface="+mn-lt"/>
                <a:cs typeface="+mn-lt"/>
              </a:rPr>
              <a:t>AI Assistant</a:t>
            </a:r>
            <a:endParaRPr lang="en-US"/>
          </a:p>
          <a:p>
            <a:pPr marL="0" indent="0">
              <a:buFont typeface="Arial" panose="020B0604020202020204" pitchFamily="34" charset="0"/>
              <a:buNone/>
            </a:pPr>
            <a:endParaRPr lang="en-US" b="1" dirty="0"/>
          </a:p>
        </p:txBody>
      </p:sp>
      <p:pic>
        <p:nvPicPr>
          <p:cNvPr id="7" name="Picture 6">
            <a:extLst>
              <a:ext uri="{FF2B5EF4-FFF2-40B4-BE49-F238E27FC236}">
                <a16:creationId xmlns:a16="http://schemas.microsoft.com/office/drawing/2014/main" id="{A663F28C-3B8C-56A8-AF6B-5E8F29D5BEFB}"/>
              </a:ext>
            </a:extLst>
          </p:cNvPr>
          <p:cNvPicPr>
            <a:picLocks noChangeAspect="1"/>
          </p:cNvPicPr>
          <p:nvPr/>
        </p:nvPicPr>
        <p:blipFill>
          <a:blip r:embed="rId2"/>
          <a:stretch>
            <a:fillRect/>
          </a:stretch>
        </p:blipFill>
        <p:spPr>
          <a:xfrm>
            <a:off x="4603693" y="1759675"/>
            <a:ext cx="7296866" cy="4852416"/>
          </a:xfrm>
          <a:prstGeom prst="rect">
            <a:avLst/>
          </a:prstGeom>
        </p:spPr>
      </p:pic>
    </p:spTree>
    <p:extLst>
      <p:ext uri="{BB962C8B-B14F-4D97-AF65-F5344CB8AC3E}">
        <p14:creationId xmlns:p14="http://schemas.microsoft.com/office/powerpoint/2010/main" val="1135043495"/>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chemeClr val="accent4">
            <a:lumMod val="20000"/>
            <a:lumOff val="80000"/>
          </a:schemeClr>
        </a:solidFill>
        <a:effectLst/>
      </p:bgPr>
    </p:bg>
    <p:spTree>
      <p:nvGrpSpPr>
        <p:cNvPr id="1" name="">
          <a:extLst>
            <a:ext uri="{FF2B5EF4-FFF2-40B4-BE49-F238E27FC236}">
              <a16:creationId xmlns:a16="http://schemas.microsoft.com/office/drawing/2014/main" id="{21C934B4-77E0-387F-5DB4-39061512497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B328115-DC2E-BC4A-4E9F-DFECB075204D}"/>
              </a:ext>
            </a:extLst>
          </p:cNvPr>
          <p:cNvSpPr>
            <a:spLocks noGrp="1"/>
          </p:cNvSpPr>
          <p:nvPr>
            <p:ph type="title"/>
          </p:nvPr>
        </p:nvSpPr>
        <p:spPr/>
        <p:txBody>
          <a:bodyPr/>
          <a:lstStyle/>
          <a:p>
            <a:r>
              <a:rPr lang="en-US">
                <a:ea typeface="+mj-lt"/>
                <a:cs typeface="+mj-lt"/>
              </a:rPr>
              <a:t>Model Comparison Summary</a:t>
            </a:r>
          </a:p>
        </p:txBody>
      </p:sp>
      <p:sp>
        <p:nvSpPr>
          <p:cNvPr id="6" name="Slide Number Placeholder 5">
            <a:extLst>
              <a:ext uri="{FF2B5EF4-FFF2-40B4-BE49-F238E27FC236}">
                <a16:creationId xmlns:a16="http://schemas.microsoft.com/office/drawing/2014/main" id="{E06AA4A9-AA6C-8136-B31B-8CB416D4DC7C}"/>
              </a:ext>
            </a:extLst>
          </p:cNvPr>
          <p:cNvSpPr>
            <a:spLocks noGrp="1"/>
          </p:cNvSpPr>
          <p:nvPr>
            <p:ph type="sldNum" sz="quarter" idx="12"/>
          </p:nvPr>
        </p:nvSpPr>
        <p:spPr/>
        <p:txBody>
          <a:bodyPr/>
          <a:lstStyle/>
          <a:p>
            <a:fld id="{CC057153-B650-4DEB-B370-79DDCFDCE934}" type="slidenum">
              <a:rPr lang="en-US" smtClean="0"/>
              <a:t>11</a:t>
            </a:fld>
            <a:endParaRPr lang="en-US" dirty="0"/>
          </a:p>
        </p:txBody>
      </p:sp>
      <p:sp>
        <p:nvSpPr>
          <p:cNvPr id="4" name="Footer Placeholder 4">
            <a:extLst>
              <a:ext uri="{FF2B5EF4-FFF2-40B4-BE49-F238E27FC236}">
                <a16:creationId xmlns:a16="http://schemas.microsoft.com/office/drawing/2014/main" id="{FBF1ED02-CDEE-392C-37EE-30A9AC6489BB}"/>
              </a:ext>
            </a:extLst>
          </p:cNvPr>
          <p:cNvSpPr txBox="1">
            <a:spLocks/>
          </p:cNvSpPr>
          <p:nvPr/>
        </p:nvSpPr>
        <p:spPr>
          <a:xfrm rot="16200000">
            <a:off x="-2067304" y="2064540"/>
            <a:ext cx="4564376" cy="429768"/>
          </a:xfrm>
          <a:prstGeom prst="rect">
            <a:avLst/>
          </a:prstGeom>
        </p:spPr>
        <p:txBody>
          <a:bodyPr vert="horz" lIns="91440" tIns="45720" rIns="91440" bIns="45720" rtlCol="0" anchor="ctr"/>
          <a:lstStyle>
            <a:defPPr>
              <a:defRPr lang="en-US"/>
            </a:defPPr>
            <a:lvl1pPr marL="0" algn="r" defTabSz="914400" rtl="0" eaLnBrk="1" latinLnBrk="0" hangingPunct="1">
              <a:defRPr sz="800" b="0" i="0" kern="1200">
                <a:solidFill>
                  <a:schemeClr val="tx1"/>
                </a:solidFill>
                <a:latin typeface="+mn-lt"/>
                <a:ea typeface="Batang" panose="02030600000101010101" pitchFamily="18" charset="-127"/>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a:ea typeface="Batang"/>
              </a:rPr>
              <a:t>Diamonds Predictor Application</a:t>
            </a:r>
          </a:p>
        </p:txBody>
      </p:sp>
      <p:sp>
        <p:nvSpPr>
          <p:cNvPr id="9" name="Content Placeholder 8">
            <a:extLst>
              <a:ext uri="{FF2B5EF4-FFF2-40B4-BE49-F238E27FC236}">
                <a16:creationId xmlns:a16="http://schemas.microsoft.com/office/drawing/2014/main" id="{26492EBA-7F3B-40A6-3B21-35CAA817D2ED}"/>
              </a:ext>
            </a:extLst>
          </p:cNvPr>
          <p:cNvSpPr>
            <a:spLocks noGrp="1"/>
          </p:cNvSpPr>
          <p:nvPr>
            <p:ph idx="1"/>
          </p:nvPr>
        </p:nvSpPr>
        <p:spPr/>
        <p:txBody>
          <a:bodyPr vert="horz" lIns="91440" tIns="45720" rIns="91440" bIns="45720" rtlCol="0" anchor="t">
            <a:normAutofit/>
          </a:bodyPr>
          <a:lstStyle/>
          <a:p>
            <a:pPr>
              <a:lnSpc>
                <a:spcPct val="150000"/>
              </a:lnSpc>
            </a:pPr>
            <a:r>
              <a:rPr lang="en-GB">
                <a:ea typeface="+mn-lt"/>
                <a:cs typeface="+mn-lt"/>
              </a:rPr>
              <a:t>The regression model predicts price accurately. </a:t>
            </a:r>
            <a:endParaRPr lang="en-US">
              <a:ea typeface="+mn-lt"/>
              <a:cs typeface="+mn-lt"/>
            </a:endParaRPr>
          </a:p>
          <a:p>
            <a:pPr>
              <a:lnSpc>
                <a:spcPct val="150000"/>
              </a:lnSpc>
            </a:pPr>
            <a:r>
              <a:rPr lang="en-GB">
                <a:ea typeface="+mn-lt"/>
                <a:cs typeface="+mn-lt"/>
              </a:rPr>
              <a:t>The classification model predicts clarity reliably. </a:t>
            </a:r>
            <a:endParaRPr lang="en-US">
              <a:ea typeface="+mn-lt"/>
              <a:cs typeface="+mn-lt"/>
            </a:endParaRPr>
          </a:p>
          <a:p>
            <a:pPr>
              <a:lnSpc>
                <a:spcPct val="150000"/>
              </a:lnSpc>
            </a:pPr>
            <a:r>
              <a:rPr lang="en-GB">
                <a:ea typeface="+mn-lt"/>
                <a:cs typeface="+mn-lt"/>
              </a:rPr>
              <a:t>The clustering model segments diamonds into meaningful groups. </a:t>
            </a:r>
            <a:endParaRPr lang="en-US">
              <a:ea typeface="+mn-lt"/>
              <a:cs typeface="+mn-lt"/>
            </a:endParaRPr>
          </a:p>
          <a:p>
            <a:pPr marL="0" indent="0">
              <a:lnSpc>
                <a:spcPct val="150000"/>
              </a:lnSpc>
              <a:buNone/>
            </a:pPr>
            <a:endParaRPr lang="en-GB" dirty="0">
              <a:ea typeface="+mn-lt"/>
              <a:cs typeface="+mn-lt"/>
            </a:endParaRPr>
          </a:p>
          <a:p>
            <a:pPr marL="0" indent="0">
              <a:lnSpc>
                <a:spcPct val="150000"/>
              </a:lnSpc>
              <a:buNone/>
            </a:pPr>
            <a:r>
              <a:rPr lang="en-GB">
                <a:ea typeface="+mn-lt"/>
                <a:cs typeface="+mn-lt"/>
              </a:rPr>
              <a:t>Together, these models solve the business problem I introduced at the beginning.</a:t>
            </a:r>
            <a:endParaRPr lang="en-US"/>
          </a:p>
        </p:txBody>
      </p:sp>
    </p:spTree>
    <p:extLst>
      <p:ext uri="{BB962C8B-B14F-4D97-AF65-F5344CB8AC3E}">
        <p14:creationId xmlns:p14="http://schemas.microsoft.com/office/powerpoint/2010/main" val="3440860989"/>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chemeClr val="accent4">
            <a:lumMod val="20000"/>
            <a:lumOff val="80000"/>
          </a:schemeClr>
        </a:solidFill>
        <a:effectLst/>
      </p:bgPr>
    </p:bg>
    <p:spTree>
      <p:nvGrpSpPr>
        <p:cNvPr id="1" name="">
          <a:extLst>
            <a:ext uri="{FF2B5EF4-FFF2-40B4-BE49-F238E27FC236}">
              <a16:creationId xmlns:a16="http://schemas.microsoft.com/office/drawing/2014/main" id="{073E4AA0-E8D9-6A08-79A9-AAD5C67952C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9C9EB82-6F2C-2B4D-4488-667079AA34FF}"/>
              </a:ext>
            </a:extLst>
          </p:cNvPr>
          <p:cNvSpPr>
            <a:spLocks noGrp="1"/>
          </p:cNvSpPr>
          <p:nvPr>
            <p:ph type="title"/>
          </p:nvPr>
        </p:nvSpPr>
        <p:spPr>
          <a:xfrm>
            <a:off x="430830" y="958171"/>
            <a:ext cx="11758505" cy="755659"/>
          </a:xfrm>
        </p:spPr>
        <p:txBody>
          <a:bodyPr/>
          <a:lstStyle/>
          <a:p>
            <a:pPr algn="ctr"/>
            <a:r>
              <a:rPr lang="en-US">
                <a:ea typeface="+mj-lt"/>
                <a:cs typeface="+mj-lt"/>
              </a:rPr>
              <a:t>Conclusion &amp; Future Work</a:t>
            </a:r>
            <a:endParaRPr lang="en-US"/>
          </a:p>
        </p:txBody>
      </p:sp>
      <p:sp>
        <p:nvSpPr>
          <p:cNvPr id="6" name="Slide Number Placeholder 5">
            <a:extLst>
              <a:ext uri="{FF2B5EF4-FFF2-40B4-BE49-F238E27FC236}">
                <a16:creationId xmlns:a16="http://schemas.microsoft.com/office/drawing/2014/main" id="{68708E90-F984-43C0-418C-E10B8FF84144}"/>
              </a:ext>
            </a:extLst>
          </p:cNvPr>
          <p:cNvSpPr>
            <a:spLocks noGrp="1"/>
          </p:cNvSpPr>
          <p:nvPr>
            <p:ph type="sldNum" sz="quarter" idx="12"/>
          </p:nvPr>
        </p:nvSpPr>
        <p:spPr/>
        <p:txBody>
          <a:bodyPr/>
          <a:lstStyle/>
          <a:p>
            <a:fld id="{CC057153-B650-4DEB-B370-79DDCFDCE934}" type="slidenum">
              <a:rPr lang="en-US" smtClean="0"/>
              <a:t>12</a:t>
            </a:fld>
            <a:endParaRPr lang="en-US" dirty="0"/>
          </a:p>
        </p:txBody>
      </p:sp>
      <p:sp>
        <p:nvSpPr>
          <p:cNvPr id="4" name="Footer Placeholder 4">
            <a:extLst>
              <a:ext uri="{FF2B5EF4-FFF2-40B4-BE49-F238E27FC236}">
                <a16:creationId xmlns:a16="http://schemas.microsoft.com/office/drawing/2014/main" id="{80DD91F1-3630-0267-69EB-E9E9280EF8AA}"/>
              </a:ext>
            </a:extLst>
          </p:cNvPr>
          <p:cNvSpPr txBox="1">
            <a:spLocks/>
          </p:cNvSpPr>
          <p:nvPr/>
        </p:nvSpPr>
        <p:spPr>
          <a:xfrm rot="16200000">
            <a:off x="-2067304" y="2064540"/>
            <a:ext cx="4564376" cy="429768"/>
          </a:xfrm>
          <a:prstGeom prst="rect">
            <a:avLst/>
          </a:prstGeom>
        </p:spPr>
        <p:txBody>
          <a:bodyPr vert="horz" lIns="91440" tIns="45720" rIns="91440" bIns="45720" rtlCol="0" anchor="ctr"/>
          <a:lstStyle>
            <a:defPPr>
              <a:defRPr lang="en-US"/>
            </a:defPPr>
            <a:lvl1pPr marL="0" algn="r" defTabSz="914400" rtl="0" eaLnBrk="1" latinLnBrk="0" hangingPunct="1">
              <a:defRPr sz="800" b="0" i="0" kern="1200">
                <a:solidFill>
                  <a:schemeClr val="tx1"/>
                </a:solidFill>
                <a:latin typeface="+mn-lt"/>
                <a:ea typeface="Batang" panose="02030600000101010101" pitchFamily="18" charset="-127"/>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a:ea typeface="Batang"/>
              </a:rPr>
              <a:t>Diamonds Predictor Application</a:t>
            </a:r>
          </a:p>
        </p:txBody>
      </p:sp>
      <p:sp>
        <p:nvSpPr>
          <p:cNvPr id="9" name="Content Placeholder 8">
            <a:extLst>
              <a:ext uri="{FF2B5EF4-FFF2-40B4-BE49-F238E27FC236}">
                <a16:creationId xmlns:a16="http://schemas.microsoft.com/office/drawing/2014/main" id="{F703017D-232C-9880-1453-331EA908B059}"/>
              </a:ext>
            </a:extLst>
          </p:cNvPr>
          <p:cNvSpPr>
            <a:spLocks noGrp="1"/>
          </p:cNvSpPr>
          <p:nvPr>
            <p:ph idx="1"/>
          </p:nvPr>
        </p:nvSpPr>
        <p:spPr>
          <a:xfrm>
            <a:off x="1700830" y="2129474"/>
            <a:ext cx="5241592" cy="4093525"/>
          </a:xfrm>
        </p:spPr>
        <p:txBody>
          <a:bodyPr vert="horz" lIns="91440" tIns="45720" rIns="91440" bIns="45720" rtlCol="0" anchor="t">
            <a:normAutofit/>
          </a:bodyPr>
          <a:lstStyle/>
          <a:p>
            <a:pPr marL="0" indent="0">
              <a:lnSpc>
                <a:spcPct val="150000"/>
              </a:lnSpc>
              <a:buNone/>
            </a:pPr>
            <a:r>
              <a:rPr lang="en-GB" b="1">
                <a:ea typeface="+mn-lt"/>
                <a:cs typeface="+mn-lt"/>
              </a:rPr>
              <a:t>Conclusion:</a:t>
            </a:r>
            <a:endParaRPr lang="en-GB" b="1" dirty="0">
              <a:ea typeface="+mn-lt"/>
              <a:cs typeface="+mn-lt"/>
            </a:endParaRPr>
          </a:p>
          <a:p>
            <a:pPr>
              <a:lnSpc>
                <a:spcPct val="150000"/>
              </a:lnSpc>
            </a:pPr>
            <a:r>
              <a:rPr lang="en-GB">
                <a:ea typeface="+mn-lt"/>
                <a:cs typeface="+mn-lt"/>
              </a:rPr>
              <a:t>Complete ML pipeline</a:t>
            </a:r>
          </a:p>
          <a:p>
            <a:pPr>
              <a:lnSpc>
                <a:spcPct val="150000"/>
              </a:lnSpc>
            </a:pPr>
            <a:r>
              <a:rPr lang="en-GB">
                <a:ea typeface="+mn-lt"/>
                <a:cs typeface="+mn-lt"/>
              </a:rPr>
              <a:t>Accurate price prediction</a:t>
            </a:r>
          </a:p>
          <a:p>
            <a:pPr>
              <a:lnSpc>
                <a:spcPct val="150000"/>
              </a:lnSpc>
            </a:pPr>
            <a:r>
              <a:rPr lang="en-GB">
                <a:ea typeface="+mn-lt"/>
                <a:cs typeface="+mn-lt"/>
              </a:rPr>
              <a:t>Automated clarity grading</a:t>
            </a:r>
          </a:p>
          <a:p>
            <a:pPr>
              <a:lnSpc>
                <a:spcPct val="150000"/>
              </a:lnSpc>
            </a:pPr>
            <a:r>
              <a:rPr lang="en-GB">
                <a:ea typeface="+mn-lt"/>
                <a:cs typeface="+mn-lt"/>
              </a:rPr>
              <a:t>Customer segmentation</a:t>
            </a:r>
          </a:p>
          <a:p>
            <a:pPr>
              <a:lnSpc>
                <a:spcPct val="150000"/>
              </a:lnSpc>
            </a:pPr>
            <a:r>
              <a:rPr lang="en-GB" dirty="0">
                <a:ea typeface="+mn-lt"/>
                <a:cs typeface="+mn-lt"/>
              </a:rPr>
              <a:t>Deployed Gradio app</a:t>
            </a:r>
          </a:p>
          <a:p>
            <a:pPr>
              <a:lnSpc>
                <a:spcPct val="150000"/>
              </a:lnSpc>
            </a:pPr>
            <a:r>
              <a:rPr lang="en-GB">
                <a:ea typeface="+mn-lt"/>
                <a:cs typeface="+mn-lt"/>
              </a:rPr>
              <a:t>AI assistant</a:t>
            </a:r>
          </a:p>
          <a:p>
            <a:pPr>
              <a:lnSpc>
                <a:spcPct val="150000"/>
              </a:lnSpc>
            </a:pPr>
            <a:endParaRPr lang="en-GB" dirty="0"/>
          </a:p>
        </p:txBody>
      </p:sp>
      <p:sp>
        <p:nvSpPr>
          <p:cNvPr id="5" name="Content Placeholder 8">
            <a:extLst>
              <a:ext uri="{FF2B5EF4-FFF2-40B4-BE49-F238E27FC236}">
                <a16:creationId xmlns:a16="http://schemas.microsoft.com/office/drawing/2014/main" id="{6948F1B0-063D-7F6C-D1B0-BA9F34258AA1}"/>
              </a:ext>
            </a:extLst>
          </p:cNvPr>
          <p:cNvSpPr txBox="1">
            <a:spLocks/>
          </p:cNvSpPr>
          <p:nvPr/>
        </p:nvSpPr>
        <p:spPr>
          <a:xfrm>
            <a:off x="6947745" y="2129474"/>
            <a:ext cx="5241592" cy="4093525"/>
          </a:xfrm>
          <a:prstGeom prst="rect">
            <a:avLst/>
          </a:prstGeom>
        </p:spPr>
        <p:txBody>
          <a:bodyPr vert="horz" lIns="91440" tIns="45720" rIns="91440" bIns="45720" rtlCol="0" anchor="t">
            <a:normAutofit/>
          </a:bodyPr>
          <a:lstStyle>
            <a:lvl1pPr marL="228600" indent="-228600" algn="l" defTabSz="914400" rtl="0" eaLnBrk="1" latinLnBrk="0" hangingPunct="1">
              <a:lnSpc>
                <a:spcPct val="120000"/>
              </a:lnSpc>
              <a:spcBef>
                <a:spcPts val="1000"/>
              </a:spcBef>
              <a:buFont typeface="Arial" panose="020B0604020202020204" pitchFamily="34" charset="0"/>
              <a:buChar char="•"/>
              <a:defRPr sz="1600" b="0" i="0" kern="1200">
                <a:solidFill>
                  <a:schemeClr val="tx1"/>
                </a:solidFill>
                <a:latin typeface="+mn-lt"/>
                <a:ea typeface="+mn-ea"/>
                <a:cs typeface="+mn-cs"/>
              </a:defRPr>
            </a:lvl1pPr>
            <a:lvl2pPr marL="457200" indent="-228600" algn="l" defTabSz="914400" rtl="0" eaLnBrk="1" latinLnBrk="0" hangingPunct="1">
              <a:lnSpc>
                <a:spcPct val="120000"/>
              </a:lnSpc>
              <a:spcBef>
                <a:spcPts val="500"/>
              </a:spcBef>
              <a:buFont typeface="Arial" panose="020B0604020202020204" pitchFamily="34" charset="0"/>
              <a:buChar char="•"/>
              <a:defRPr sz="1600" b="0" i="0" kern="1200">
                <a:solidFill>
                  <a:schemeClr val="tx1"/>
                </a:solidFill>
                <a:latin typeface="+mn-lt"/>
                <a:ea typeface="+mn-ea"/>
                <a:cs typeface="+mn-cs"/>
              </a:defRPr>
            </a:lvl2pPr>
            <a:lvl3pPr marL="685800" indent="-228600" algn="l" defTabSz="914400" rtl="0" eaLnBrk="1" latinLnBrk="0" hangingPunct="1">
              <a:lnSpc>
                <a:spcPct val="120000"/>
              </a:lnSpc>
              <a:spcBef>
                <a:spcPts val="500"/>
              </a:spcBef>
              <a:buFont typeface="Arial" panose="020B0604020202020204" pitchFamily="34" charset="0"/>
              <a:buChar char="•"/>
              <a:defRPr sz="1600" b="0" i="0" kern="1200">
                <a:solidFill>
                  <a:schemeClr val="tx1"/>
                </a:solidFill>
                <a:latin typeface="+mn-lt"/>
                <a:ea typeface="+mn-ea"/>
                <a:cs typeface="+mn-cs"/>
              </a:defRPr>
            </a:lvl3pPr>
            <a:lvl4pPr marL="914400" indent="-228600" algn="l" defTabSz="914400" rtl="0" eaLnBrk="1" latinLnBrk="0" hangingPunct="1">
              <a:lnSpc>
                <a:spcPct val="120000"/>
              </a:lnSpc>
              <a:spcBef>
                <a:spcPts val="500"/>
              </a:spcBef>
              <a:buFont typeface="Arial" panose="020B0604020202020204" pitchFamily="34" charset="0"/>
              <a:buChar char="•"/>
              <a:defRPr sz="1600" b="0" i="0" kern="1200">
                <a:solidFill>
                  <a:schemeClr val="tx1"/>
                </a:solidFill>
                <a:latin typeface="+mn-lt"/>
                <a:ea typeface="+mn-ea"/>
                <a:cs typeface="+mn-cs"/>
              </a:defRPr>
            </a:lvl4pPr>
            <a:lvl5pPr marL="1143000" indent="-228600" algn="l" defTabSz="914400" rtl="0" eaLnBrk="1" latinLnBrk="0" hangingPunct="1">
              <a:lnSpc>
                <a:spcPct val="120000"/>
              </a:lnSpc>
              <a:spcBef>
                <a:spcPts val="500"/>
              </a:spcBef>
              <a:buFont typeface="Arial" panose="020B0604020202020204" pitchFamily="34" charset="0"/>
              <a:buChar char="•"/>
              <a:defRPr sz="1600" b="0" i="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nSpc>
                <a:spcPct val="150000"/>
              </a:lnSpc>
              <a:buNone/>
            </a:pPr>
            <a:r>
              <a:rPr lang="en-GB" b="1">
                <a:ea typeface="+mn-lt"/>
                <a:cs typeface="+mn-lt"/>
              </a:rPr>
              <a:t>Future Work:</a:t>
            </a:r>
            <a:endParaRPr lang="en-GB" b="1" dirty="0">
              <a:ea typeface="+mn-lt"/>
              <a:cs typeface="+mn-lt"/>
            </a:endParaRPr>
          </a:p>
          <a:p>
            <a:pPr>
              <a:lnSpc>
                <a:spcPct val="150000"/>
              </a:lnSpc>
            </a:pPr>
            <a:r>
              <a:rPr lang="en-GB" dirty="0">
                <a:ea typeface="+mn-lt"/>
                <a:cs typeface="+mn-lt"/>
              </a:rPr>
              <a:t>Add XGBoost or CNN models</a:t>
            </a:r>
          </a:p>
          <a:p>
            <a:pPr>
              <a:lnSpc>
                <a:spcPct val="150000"/>
              </a:lnSpc>
            </a:pPr>
            <a:r>
              <a:rPr lang="en-GB" dirty="0">
                <a:ea typeface="+mn-lt"/>
                <a:cs typeface="+mn-lt"/>
              </a:rPr>
              <a:t>Deploy on HuggingFace Spaces</a:t>
            </a:r>
          </a:p>
          <a:p>
            <a:pPr>
              <a:lnSpc>
                <a:spcPct val="150000"/>
              </a:lnSpc>
            </a:pPr>
            <a:r>
              <a:rPr lang="en-GB">
                <a:ea typeface="+mn-lt"/>
                <a:cs typeface="+mn-lt"/>
              </a:rPr>
              <a:t>Add recommendation system</a:t>
            </a:r>
          </a:p>
          <a:p>
            <a:pPr>
              <a:lnSpc>
                <a:spcPct val="150000"/>
              </a:lnSpc>
            </a:pPr>
            <a:r>
              <a:rPr lang="en-GB">
                <a:ea typeface="+mn-lt"/>
                <a:cs typeface="+mn-lt"/>
              </a:rPr>
              <a:t>Add real‑time pricing API</a:t>
            </a:r>
          </a:p>
          <a:p>
            <a:endParaRPr lang="en-GB" dirty="0">
              <a:ea typeface="+mn-lt"/>
              <a:cs typeface="+mn-lt"/>
            </a:endParaRPr>
          </a:p>
          <a:p>
            <a:pPr>
              <a:lnSpc>
                <a:spcPct val="150000"/>
              </a:lnSpc>
            </a:pPr>
            <a:endParaRPr lang="en-GB" dirty="0"/>
          </a:p>
        </p:txBody>
      </p:sp>
    </p:spTree>
    <p:extLst>
      <p:ext uri="{BB962C8B-B14F-4D97-AF65-F5344CB8AC3E}">
        <p14:creationId xmlns:p14="http://schemas.microsoft.com/office/powerpoint/2010/main" val="1500560470"/>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chemeClr val="accent4">
            <a:lumMod val="20000"/>
            <a:lumOff val="80000"/>
          </a:schemeClr>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DC21CBA-BF0E-B09D-1B6D-7B68C95FAF55}"/>
              </a:ext>
            </a:extLst>
          </p:cNvPr>
          <p:cNvSpPr>
            <a:spLocks noGrp="1"/>
          </p:cNvSpPr>
          <p:nvPr>
            <p:ph type="title"/>
          </p:nvPr>
        </p:nvSpPr>
        <p:spPr/>
        <p:txBody>
          <a:bodyPr/>
          <a:lstStyle/>
          <a:p>
            <a:r>
              <a:rPr lang="en-US" dirty="0"/>
              <a:t>Q &amp; A</a:t>
            </a:r>
          </a:p>
        </p:txBody>
      </p:sp>
      <p:sp>
        <p:nvSpPr>
          <p:cNvPr id="6" name="Slide Number Placeholder 5">
            <a:extLst>
              <a:ext uri="{FF2B5EF4-FFF2-40B4-BE49-F238E27FC236}">
                <a16:creationId xmlns:a16="http://schemas.microsoft.com/office/drawing/2014/main" id="{390E8512-F192-F148-7D3C-9D173B81DA84}"/>
              </a:ext>
            </a:extLst>
          </p:cNvPr>
          <p:cNvSpPr>
            <a:spLocks noGrp="1"/>
          </p:cNvSpPr>
          <p:nvPr>
            <p:ph type="sldNum" sz="quarter" idx="12"/>
          </p:nvPr>
        </p:nvSpPr>
        <p:spPr/>
        <p:txBody>
          <a:bodyPr/>
          <a:lstStyle/>
          <a:p>
            <a:fld id="{CC057153-B650-4DEB-B370-79DDCFDCE934}" type="slidenum">
              <a:rPr lang="en-US" smtClean="0"/>
              <a:pPr/>
              <a:t>13</a:t>
            </a:fld>
            <a:endParaRPr lang="en-US" dirty="0"/>
          </a:p>
        </p:txBody>
      </p:sp>
      <p:sp>
        <p:nvSpPr>
          <p:cNvPr id="3" name="Content Placeholder 2">
            <a:extLst>
              <a:ext uri="{FF2B5EF4-FFF2-40B4-BE49-F238E27FC236}">
                <a16:creationId xmlns:a16="http://schemas.microsoft.com/office/drawing/2014/main" id="{F50FAF19-45F3-90C6-51C9-DEA3089E4D18}"/>
              </a:ext>
            </a:extLst>
          </p:cNvPr>
          <p:cNvSpPr>
            <a:spLocks noGrp="1"/>
          </p:cNvSpPr>
          <p:nvPr>
            <p:ph sz="quarter" idx="14"/>
          </p:nvPr>
        </p:nvSpPr>
        <p:spPr/>
        <p:txBody>
          <a:bodyPr/>
          <a:lstStyle/>
          <a:p>
            <a:pPr>
              <a:spcBef>
                <a:spcPts val="0"/>
              </a:spcBef>
            </a:pPr>
            <a:r>
              <a:rPr lang="en-US" dirty="0"/>
              <a:t>Let’s discuss questions </a:t>
            </a:r>
          </a:p>
          <a:p>
            <a:pPr>
              <a:spcBef>
                <a:spcPts val="0"/>
              </a:spcBef>
            </a:pPr>
            <a:r>
              <a:rPr lang="en-US" dirty="0"/>
              <a:t>as a team.</a:t>
            </a:r>
          </a:p>
        </p:txBody>
      </p:sp>
      <p:pic>
        <p:nvPicPr>
          <p:cNvPr id="8" name="Picture Placeholder 7" descr="A living room with a white sofa and a coffee table">
            <a:extLst>
              <a:ext uri="{FF2B5EF4-FFF2-40B4-BE49-F238E27FC236}">
                <a16:creationId xmlns:a16="http://schemas.microsoft.com/office/drawing/2014/main" id="{4CEF7857-464F-3B7A-9327-7E3B813EECFF}"/>
              </a:ext>
            </a:extLst>
          </p:cNvPr>
          <p:cNvPicPr>
            <a:picLocks noGrp="1" noChangeAspect="1"/>
          </p:cNvPicPr>
          <p:nvPr>
            <p:ph type="pic" sz="quarter" idx="13"/>
          </p:nvPr>
        </p:nvPicPr>
        <p:blipFill rotWithShape="1">
          <a:blip r:embed="rId2" cstate="screen">
            <a:extLst>
              <a:ext uri="{28A0092B-C50C-407E-A947-70E740481C1C}">
                <a14:useLocalDpi xmlns:a14="http://schemas.microsoft.com/office/drawing/2010/main"/>
              </a:ext>
            </a:extLst>
          </a:blip>
          <a:srcRect/>
          <a:stretch/>
        </p:blipFill>
        <p:spPr/>
      </p:pic>
    </p:spTree>
    <p:extLst>
      <p:ext uri="{BB962C8B-B14F-4D97-AF65-F5344CB8AC3E}">
        <p14:creationId xmlns:p14="http://schemas.microsoft.com/office/powerpoint/2010/main" val="3843793409"/>
      </p:ext>
    </p:extLst>
  </p:cSld>
  <p:clrMapOvr>
    <a:masterClrMapping/>
  </p:clrMapOvr>
</p:sld>
</file>

<file path=ppt/theme/theme1.xml><?xml version="1.0" encoding="utf-8"?>
<a:theme xmlns:a="http://schemas.openxmlformats.org/drawingml/2006/main" name="JapandiLinearHarmony">
  <a:themeElements>
    <a:clrScheme name="Japandi Linear Harmony">
      <a:dk1>
        <a:srgbClr val="000000"/>
      </a:dk1>
      <a:lt1>
        <a:srgbClr val="FFFFFF"/>
      </a:lt1>
      <a:dk2>
        <a:srgbClr val="2C3932"/>
      </a:dk2>
      <a:lt2>
        <a:srgbClr val="FEFDFB"/>
      </a:lt2>
      <a:accent1>
        <a:srgbClr val="ECE7DA"/>
      </a:accent1>
      <a:accent2>
        <a:srgbClr val="8A835B"/>
      </a:accent2>
      <a:accent3>
        <a:srgbClr val="D7D9CF"/>
      </a:accent3>
      <a:accent4>
        <a:srgbClr val="A39382"/>
      </a:accent4>
      <a:accent5>
        <a:srgbClr val="87A3BF"/>
      </a:accent5>
      <a:accent6>
        <a:srgbClr val="343826"/>
      </a:accent6>
      <a:hlink>
        <a:srgbClr val="169C9A"/>
      </a:hlink>
      <a:folHlink>
        <a:srgbClr val="E15C3D"/>
      </a:folHlink>
    </a:clrScheme>
    <a:fontScheme name="Custom 24">
      <a:majorFont>
        <a:latin typeface="Nunito Sans"/>
        <a:ea typeface=""/>
        <a:cs typeface=""/>
      </a:majorFont>
      <a:minorFont>
        <a:latin typeface="Nunito Sans"/>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Japandi linear_Marketing Presentation_win32_SD_V9" id="{57601A81-7059-40B9-B27D-CFA4D443B3D6}" vid="{9FBC8E92-EE9C-44F9-AA8A-E22EDCB5B7BD}"/>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cument" ma:contentTypeID="0x01010079F111ED35F8CC479449609E8A0923A6" ma:contentTypeVersion="30" ma:contentTypeDescription="Create a new document." ma:contentTypeScope="" ma:versionID="cec0622158e8f13124e9e8fd4de31bd1">
  <xsd:schema xmlns:xsd="http://www.w3.org/2001/XMLSchema" xmlns:xs="http://www.w3.org/2001/XMLSchema" xmlns:p="http://schemas.microsoft.com/office/2006/metadata/properties" xmlns:ns1="http://schemas.microsoft.com/sharepoint/v3" xmlns:ns2="71af3243-3dd4-4a8d-8c0d-dd76da1f02a5" xmlns:ns3="16c05727-aa75-4e4a-9b5f-8a80a1165891" xmlns:ns4="230e9df3-be65-4c73-a93b-d1236ebd677e" targetNamespace="http://schemas.microsoft.com/office/2006/metadata/properties" ma:root="true" ma:fieldsID="3b52f30ab005d15df08657af532e6e38" ns1:_="" ns2:_="" ns3:_="" ns4:_="">
    <xsd:import namespace="http://schemas.microsoft.com/sharepoint/v3"/>
    <xsd:import namespace="71af3243-3dd4-4a8d-8c0d-dd76da1f02a5"/>
    <xsd:import namespace="16c05727-aa75-4e4a-9b5f-8a80a1165891"/>
    <xsd:import namespace="230e9df3-be65-4c73-a93b-d1236ebd677e"/>
    <xsd:element name="properties">
      <xsd:complexType>
        <xsd:sequence>
          <xsd:element name="documentManagement">
            <xsd:complexType>
              <xsd:all>
                <xsd:element ref="ns2:Status" minOccurs="0"/>
                <xsd:element ref="ns2:Image" minOccurs="0"/>
                <xsd:element ref="ns2:MediaServiceMetadata" minOccurs="0"/>
                <xsd:element ref="ns2:MediaServiceFastMetadata" minOccurs="0"/>
                <xsd:element ref="ns2:MediaServiceOCR" minOccurs="0"/>
                <xsd:element ref="ns2:MediaServiceAutoTags" minOccurs="0"/>
                <xsd:element ref="ns2:MediaServiceEventHashCode" minOccurs="0"/>
                <xsd:element ref="ns2:MediaServiceGenerationTime" minOccurs="0"/>
                <xsd:element ref="ns3:SharedWithUsers" minOccurs="0"/>
                <xsd:element ref="ns3:SharedWithDetails" minOccurs="0"/>
                <xsd:element ref="ns2:MediaServiceAutoKeyPoints" minOccurs="0"/>
                <xsd:element ref="ns2:MediaServiceKeyPoints" minOccurs="0"/>
                <xsd:element ref="ns2:MediaServiceDateTaken" minOccurs="0"/>
                <xsd:element ref="ns1:_ip_UnifiedCompliancePolicyProperties" minOccurs="0"/>
                <xsd:element ref="ns1:_ip_UnifiedCompliancePolicyUIAction" minOccurs="0"/>
                <xsd:element ref="ns4:TaxCatchAll" minOccurs="0"/>
                <xsd:element ref="ns2:ImageTagsTaxHTField" minOccurs="0"/>
                <xsd:element ref="ns2:MediaServiceLocation" minOccurs="0"/>
                <xsd:element ref="ns2:MediaLengthInSeconds" minOccurs="0"/>
                <xsd:element ref="ns2:Background" minOccurs="0"/>
                <xsd:element ref="ns2:MediaServiceSearchProperties" minOccurs="0"/>
                <xsd:element ref="ns2:MediaServiceDocTags" minOccurs="0"/>
                <xsd:element ref="ns2:MediaServiceObjectDetectorVersions" minOccurs="0"/>
                <xsd:element ref="ns2:MediaServiceSystemTags" minOccurs="0"/>
                <xsd:element ref="ns2:MediaServiceBillingMetadata"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http://schemas.microsoft.com/sharepoint/v3" elementFormDefault="qualified">
    <xsd:import namespace="http://schemas.microsoft.com/office/2006/documentManagement/types"/>
    <xsd:import namespace="http://schemas.microsoft.com/office/infopath/2007/PartnerControls"/>
    <xsd:element name="_ip_UnifiedCompliancePolicyProperties" ma:index="20" nillable="true" ma:displayName="Unified Compliance Policy Properties" ma:hidden="true" ma:internalName="_ip_UnifiedCompliancePolicyProperties" ma:readOnly="false">
      <xsd:simpleType>
        <xsd:restriction base="dms:Note"/>
      </xsd:simpleType>
    </xsd:element>
    <xsd:element name="_ip_UnifiedCompliancePolicyUIAction" ma:index="21" nillable="true" ma:displayName="Unified Compliance Policy UI Action" ma:hidden="true" ma:internalName="_ip_UnifiedCompliancePolicyUIAction" ma:readOnly="fals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71af3243-3dd4-4a8d-8c0d-dd76da1f02a5" elementFormDefault="qualified">
    <xsd:import namespace="http://schemas.microsoft.com/office/2006/documentManagement/types"/>
    <xsd:import namespace="http://schemas.microsoft.com/office/infopath/2007/PartnerControls"/>
    <xsd:element name="Status" ma:index="2" nillable="true" ma:displayName="Status" ma:default="Not started" ma:format="Dropdown" ma:hidden="true" ma:internalName="Status" ma:readOnly="false">
      <xsd:simpleType>
        <xsd:restriction base="dms:Choice">
          <xsd:enumeration value="Not started"/>
          <xsd:enumeration value="In Progress"/>
          <xsd:enumeration value="Completed"/>
        </xsd:restriction>
      </xsd:simpleType>
    </xsd:element>
    <xsd:element name="Image" ma:index="3" nillable="true" ma:displayName="Image" ma:format="Image" ma:hidden="true" ma:internalName="Image" ma:readOnly="false">
      <xsd:complexType>
        <xsd:complexContent>
          <xsd:extension base="dms:URL">
            <xsd:sequence>
              <xsd:element name="Url" type="dms:ValidUrl" minOccurs="0" nillable="true"/>
              <xsd:element name="Description" type="xsd:string" nillable="true"/>
            </xsd:sequence>
          </xsd:extension>
        </xsd:complexContent>
      </xsd:complexType>
    </xsd:element>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OCR" ma:index="10" nillable="true" ma:displayName="MediaServiceOCR" ma:hidden="true" ma:internalName="MediaServiceOCR" ma:readOnly="true">
      <xsd:simpleType>
        <xsd:restriction base="dms:Note"/>
      </xsd:simpleType>
    </xsd:element>
    <xsd:element name="MediaServiceAutoTags" ma:index="11" nillable="true" ma:displayName="MediaServiceAutoTags" ma:hidden="true" ma:internalName="MediaServiceAutoTags" ma:readOnly="true">
      <xsd:simpleType>
        <xsd:restriction base="dms:Text"/>
      </xsd:simpleType>
    </xsd:element>
    <xsd:element name="MediaServiceEventHashCode" ma:index="12" nillable="true" ma:displayName="MediaServiceEventHashCode" ma:hidden="true" ma:internalName="MediaServiceEventHashCode" ma:readOnly="true">
      <xsd:simpleType>
        <xsd:restriction base="dms:Text"/>
      </xsd:simpleType>
    </xsd:element>
    <xsd:element name="MediaServiceGenerationTime" ma:index="13" nillable="true" ma:displayName="MediaServiceGenerationTime" ma:hidden="true" ma:internalName="MediaServiceGenerationTime" ma:readOnly="true">
      <xsd:simpleType>
        <xsd:restriction base="dms:Text"/>
      </xsd:simpleType>
    </xsd:element>
    <xsd:element name="MediaServiceAutoKeyPoints" ma:index="16" nillable="true" ma:displayName="MediaServiceAutoKeyPoints" ma:hidden="true" ma:internalName="MediaServiceAutoKeyPoints" ma:readOnly="true">
      <xsd:simpleType>
        <xsd:restriction base="dms:Note"/>
      </xsd:simpleType>
    </xsd:element>
    <xsd:element name="MediaServiceKeyPoints" ma:index="17" nillable="true" ma:displayName="KeyPoints" ma:hidden="true" ma:internalName="MediaServiceKeyPoints" ma:readOnly="false">
      <xsd:simpleType>
        <xsd:restriction base="dms:Note"/>
      </xsd:simpleType>
    </xsd:element>
    <xsd:element name="MediaServiceDateTaken" ma:index="18" nillable="true" ma:displayName="MediaServiceDateTaken" ma:hidden="true" ma:internalName="MediaServiceDateTaken" ma:readOnly="true">
      <xsd:simpleType>
        <xsd:restriction base="dms:Text"/>
      </xsd:simpleType>
    </xsd:element>
    <xsd:element name="ImageTagsTaxHTField" ma:index="25" nillable="true" ma:taxonomy="true" ma:internalName="ImageTagsTaxHTField" ma:taxonomyFieldName="MediaServiceImageTags" ma:displayName="Image Tags" ma:readOnly="false" ma:fieldId="{5cf76f15-5ced-4ddc-b409-7134ff3c332f}" ma:taxonomyMulti="true" ma:sspId="e385fb40-52d4-4fae-9c5b-3e8ff8a5878e" ma:termSetId="09814cd3-568e-fe90-9814-8d621ff8fb84" ma:anchorId="fba54fb3-c3e1-fe81-a776-ca4b69148c4d" ma:open="true" ma:isKeyword="false">
      <xsd:complexType>
        <xsd:sequence>
          <xsd:element ref="pc:Terms" minOccurs="0" maxOccurs="1"/>
        </xsd:sequence>
      </xsd:complexType>
    </xsd:element>
    <xsd:element name="MediaServiceLocation" ma:index="26" nillable="true" ma:displayName="Location" ma:hidden="true" ma:internalName="MediaServiceLocation" ma:readOnly="true">
      <xsd:simpleType>
        <xsd:restriction base="dms:Text"/>
      </xsd:simpleType>
    </xsd:element>
    <xsd:element name="MediaLengthInSeconds" ma:index="27" nillable="true" ma:displayName="MediaLengthInSeconds" ma:hidden="true" ma:internalName="MediaLengthInSeconds" ma:readOnly="true">
      <xsd:simpleType>
        <xsd:restriction base="dms:Unknown"/>
      </xsd:simpleType>
    </xsd:element>
    <xsd:element name="Background" ma:index="28" nillable="true" ma:displayName="Background" ma:default="0" ma:format="Dropdown" ma:hidden="true" ma:internalName="Background" ma:readOnly="false">
      <xsd:simpleType>
        <xsd:restriction base="dms:Boolean"/>
      </xsd:simpleType>
    </xsd:element>
    <xsd:element name="MediaServiceSearchProperties" ma:index="29" nillable="true" ma:displayName="MediaServiceSearchProperties" ma:hidden="true" ma:internalName="MediaServiceSearchProperties" ma:readOnly="true">
      <xsd:simpleType>
        <xsd:restriction base="dms:Note"/>
      </xsd:simpleType>
    </xsd:element>
    <xsd:element name="MediaServiceDocTags" ma:index="30" nillable="true" ma:displayName="MediaServiceDocTags" ma:hidden="true" ma:internalName="MediaServiceDocTags" ma:readOnly="true">
      <xsd:simpleType>
        <xsd:restriction base="dms:Note"/>
      </xsd:simpleType>
    </xsd:element>
    <xsd:element name="MediaServiceObjectDetectorVersions" ma:index="31" nillable="true" ma:displayName="MediaServiceObjectDetectorVersions" ma:description="" ma:hidden="true" ma:indexed="true" ma:internalName="MediaServiceObjectDetectorVersions" ma:readOnly="true">
      <xsd:simpleType>
        <xsd:restriction base="dms:Text"/>
      </xsd:simpleType>
    </xsd:element>
    <xsd:element name="MediaServiceSystemTags" ma:index="32" nillable="true" ma:displayName="MediaServiceSystemTags" ma:hidden="true" ma:internalName="MediaServiceSystemTags" ma:readOnly="true">
      <xsd:simpleType>
        <xsd:restriction base="dms:Note"/>
      </xsd:simpleType>
    </xsd:element>
    <xsd:element name="MediaServiceBillingMetadata" ma:index="33" nillable="true" ma:displayName="MediaServiceBillingMetadata" ma:hidden="true" ma:internalName="MediaServiceBillingMetadata" ma:readOnly="tru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16c05727-aa75-4e4a-9b5f-8a80a1165891" elementFormDefault="qualified">
    <xsd:import namespace="http://schemas.microsoft.com/office/2006/documentManagement/types"/>
    <xsd:import namespace="http://schemas.microsoft.com/office/infopath/2007/PartnerControls"/>
    <xsd:element name="SharedWithUsers" ma:index="14" nillable="true" ma:displayName="Shared With" ma:hidden="true"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5" nillable="true" ma:displayName="Shared With Details" ma:hidden="true" ma:internalName="SharedWithDetails"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230e9df3-be65-4c73-a93b-d1236ebd677e" elementFormDefault="qualified">
    <xsd:import namespace="http://schemas.microsoft.com/office/2006/documentManagement/types"/>
    <xsd:import namespace="http://schemas.microsoft.com/office/infopath/2007/PartnerControls"/>
    <xsd:element name="TaxCatchAll" ma:index="23" nillable="true" ma:displayName="Taxonomy Catch All Column" ma:hidden="true" ma:list="{3f6bfcbc-3db3-4ae6-bd76-326f0798ad28}" ma:internalName="TaxCatchAll" ma:readOnly="false" ma:showField="CatchAllData" ma:web="16c05727-aa75-4e4a-9b5f-8a80a1165891">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displayName="Content Type"/>
        <xsd:element ref="dc:title" minOccurs="0" maxOccurs="1" ma:index="1"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p:properties xmlns:p="http://schemas.microsoft.com/office/2006/metadata/properties" xmlns:xsi="http://www.w3.org/2001/XMLSchema-instance" xmlns:pc="http://schemas.microsoft.com/office/infopath/2007/PartnerControls">
  <documentManagement>
    <_ip_UnifiedCompliancePolicyUIAction xmlns="http://schemas.microsoft.com/sharepoint/v3" xsi:nil="true"/>
    <Image xmlns="71af3243-3dd4-4a8d-8c0d-dd76da1f02a5">
      <Url xsi:nil="true"/>
      <Description xsi:nil="true"/>
    </Image>
    <Status xmlns="71af3243-3dd4-4a8d-8c0d-dd76da1f02a5">Not started</Status>
    <Background xmlns="71af3243-3dd4-4a8d-8c0d-dd76da1f02a5">false</Background>
    <_ip_UnifiedCompliancePolicyProperties xmlns="http://schemas.microsoft.com/sharepoint/v3" xsi:nil="true"/>
    <ImageTagsTaxHTField xmlns="71af3243-3dd4-4a8d-8c0d-dd76da1f02a5">
      <Terms xmlns="http://schemas.microsoft.com/office/infopath/2007/PartnerControls"/>
    </ImageTagsTaxHTField>
    <TaxCatchAll xmlns="230e9df3-be65-4c73-a93b-d1236ebd677e" xsi:nil="true"/>
    <MediaServiceKeyPoints xmlns="71af3243-3dd4-4a8d-8c0d-dd76da1f02a5" xsi:nil="true"/>
  </documentManagement>
</p:properties>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9EEC3793-C1BC-496C-A03C-202DFFC513D6}">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http://schemas.microsoft.com/sharepoint/v3"/>
    <ds:schemaRef ds:uri="71af3243-3dd4-4a8d-8c0d-dd76da1f02a5"/>
    <ds:schemaRef ds:uri="16c05727-aa75-4e4a-9b5f-8a80a1165891"/>
    <ds:schemaRef ds:uri="230e9df3-be65-4c73-a93b-d1236ebd677e"/>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2.xml><?xml version="1.0" encoding="utf-8"?>
<ds:datastoreItem xmlns:ds="http://schemas.openxmlformats.org/officeDocument/2006/customXml" ds:itemID="{D1CEDABF-7176-4A42-8EF9-E5D4DD31FF6C}">
  <ds:schemaRefs>
    <ds:schemaRef ds:uri="71af3243-3dd4-4a8d-8c0d-dd76da1f02a5"/>
    <ds:schemaRef ds:uri="http://purl.org/dc/dcmitype/"/>
    <ds:schemaRef ds:uri="16c05727-aa75-4e4a-9b5f-8a80a1165891"/>
    <ds:schemaRef ds:uri="http://purl.org/dc/elements/1.1/"/>
    <ds:schemaRef ds:uri="http://www.w3.org/XML/1998/namespace"/>
    <ds:schemaRef ds:uri="http://schemas.microsoft.com/sharepoint/v3"/>
    <ds:schemaRef ds:uri="http://purl.org/dc/terms/"/>
    <ds:schemaRef ds:uri="http://schemas.microsoft.com/office/2006/documentManagement/types"/>
    <ds:schemaRef ds:uri="http://schemas.microsoft.com/office/2006/metadata/properties"/>
    <ds:schemaRef ds:uri="http://schemas.microsoft.com/office/infopath/2007/PartnerControls"/>
    <ds:schemaRef ds:uri="http://schemas.openxmlformats.org/package/2006/metadata/core-properties"/>
    <ds:schemaRef ds:uri="230e9df3-be65-4c73-a93b-d1236ebd677e"/>
  </ds:schemaRefs>
</ds:datastoreItem>
</file>

<file path=customXml/itemProps3.xml><?xml version="1.0" encoding="utf-8"?>
<ds:datastoreItem xmlns:ds="http://schemas.openxmlformats.org/officeDocument/2006/customXml" ds:itemID="{D3301439-688F-4D19-B908-B48B62C56078}">
  <ds:schemaRefs>
    <ds:schemaRef ds:uri="http://schemas.microsoft.com/sharepoint/v3/contenttype/forms"/>
  </ds:schemaRefs>
</ds:datastoreItem>
</file>

<file path=docMetadata/LabelInfo.xml><?xml version="1.0" encoding="utf-8"?>
<clbl:labelList xmlns:clbl="http://schemas.microsoft.com/office/2020/mipLabelMetadata">
  <clbl:label id="{87867195-f2b8-4ac2-b0b6-6bb73cb33afc}" enabled="1" method="Privileged" siteId="{72f988bf-86f1-41af-91ab-2d7cd011db47}" contentBits="0" removed="0"/>
</clbl:labelList>
</file>

<file path=docProps/app.xml><?xml version="1.0" encoding="utf-8"?>
<Properties xmlns="http://schemas.openxmlformats.org/officeDocument/2006/extended-properties" xmlns:vt="http://schemas.openxmlformats.org/officeDocument/2006/docPropsVTypes">
  <Template/>
  <TotalTime>5</TotalTime>
  <Words>1077</Words>
  <Application>Microsoft Office PowerPoint</Application>
  <PresentationFormat>Widescreen</PresentationFormat>
  <Paragraphs>245</Paragraphs>
  <Slides>13</Slides>
  <Notes>10</Notes>
  <HiddenSlides>0</HiddenSlides>
  <MMClips>0</MMClips>
  <ScaleCrop>false</ScaleCrop>
  <HeadingPairs>
    <vt:vector size="6" baseType="variant">
      <vt:variant>
        <vt:lpstr>Fonts Used</vt:lpstr>
      </vt:variant>
      <vt:variant>
        <vt:i4>8</vt:i4>
      </vt:variant>
      <vt:variant>
        <vt:lpstr>Theme</vt:lpstr>
      </vt:variant>
      <vt:variant>
        <vt:i4>1</vt:i4>
      </vt:variant>
      <vt:variant>
        <vt:lpstr>Slide Titles</vt:lpstr>
      </vt:variant>
      <vt:variant>
        <vt:i4>13</vt:i4>
      </vt:variant>
    </vt:vector>
  </HeadingPairs>
  <TitlesOfParts>
    <vt:vector size="22" baseType="lpstr">
      <vt:lpstr>Batang</vt:lpstr>
      <vt:lpstr>Dotum</vt:lpstr>
      <vt:lpstr>Aptos</vt:lpstr>
      <vt:lpstr>Arial</vt:lpstr>
      <vt:lpstr>Cambria</vt:lpstr>
      <vt:lpstr>Nunito Sans</vt:lpstr>
      <vt:lpstr>Segoe UI</vt:lpstr>
      <vt:lpstr>Univers Light</vt:lpstr>
      <vt:lpstr>JapandiLinearHarmony</vt:lpstr>
      <vt:lpstr>Diamonds Predictor Application </vt:lpstr>
      <vt:lpstr>Business Problem</vt:lpstr>
      <vt:lpstr>Dataset OVERVIEW</vt:lpstr>
      <vt:lpstr>key eda insights</vt:lpstr>
      <vt:lpstr>Preprocessing Pipeline</vt:lpstr>
      <vt:lpstr>ANN Regression Model (Price Prediction)</vt:lpstr>
      <vt:lpstr>ANN Regression Model (clarity Prediction)</vt:lpstr>
      <vt:lpstr>Customer Segmentation (Clustering)</vt:lpstr>
      <vt:lpstr>Ai assistant</vt:lpstr>
      <vt:lpstr>Gradio Web Application</vt:lpstr>
      <vt:lpstr>Model Comparison Summary</vt:lpstr>
      <vt:lpstr>Conclusion &amp; Future Work</vt:lpstr>
      <vt:lpstr>Q &amp; A</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Saad Ehsan</dc:creator>
  <cp:lastModifiedBy>Saad Ehsan</cp:lastModifiedBy>
  <cp:revision>302</cp:revision>
  <dcterms:created xsi:type="dcterms:W3CDTF">2026-07-28T01:14:52Z</dcterms:created>
  <dcterms:modified xsi:type="dcterms:W3CDTF">2026-07-28T08:44:35Z</dcterms:modified>
  <cp:contentStatus/>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0x01010079F111ED35F8CC479449609E8A0923A6</vt:lpwstr>
  </property>
  <property fmtid="{D5CDD505-2E9C-101B-9397-08002B2CF9AE}" pid="3" name="MediaServiceImageTags">
    <vt:lpwstr/>
  </property>
</Properties>
</file>